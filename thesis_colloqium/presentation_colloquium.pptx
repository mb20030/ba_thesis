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customXml/itemProps5.xml" ContentType="application/vnd.openxmlformats-officedocument.customXmlProperties+xml"/>
  <Override PartName="/customXml/itemProps6.xml" ContentType="application/vnd.openxmlformats-officedocument.customXmlProperties+xml"/>
  <Override PartName="/customXml/itemProps7.xml" ContentType="application/vnd.openxmlformats-officedocument.customXmlProperties+xml"/>
  <Override PartName="/customXml/itemProps8.xml" ContentType="application/vnd.openxmlformats-officedocument.customXmlProperties+xml"/>
  <Override PartName="/customXml/itemProps9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0"/>
  </p:sldMasterIdLst>
  <p:notesMasterIdLst>
    <p:notesMasterId r:id="rId18"/>
  </p:notesMasterIdLst>
  <p:handoutMasterIdLst>
    <p:handoutMasterId r:id="rId19"/>
  </p:handoutMasterIdLst>
  <p:sldIdLst>
    <p:sldId id="258" r:id="rId11"/>
    <p:sldId id="265" r:id="rId12"/>
    <p:sldId id="266" r:id="rId13"/>
    <p:sldId id="267" r:id="rId14"/>
    <p:sldId id="268" r:id="rId15"/>
    <p:sldId id="269" r:id="rId16"/>
    <p:sldId id="263" r:id="rId17"/>
  </p:sldIdLst>
  <p:sldSz cx="9144000" cy="5143500" type="screen16x9"/>
  <p:notesSz cx="6858000" cy="9144000"/>
  <p:defaultTextStyle>
    <a:defPPr>
      <a:defRPr lang="de-DE"/>
    </a:defPPr>
    <a:lvl1pPr marL="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43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31C3D"/>
    <a:srgbClr val="F46A0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189F02D-B4D1-2547-886E-78D2F3154A82}" v="149" dt="2025-04-27T16:06:12.347"/>
    <p1510:client id="{B1BA3A82-D7BA-B94C-B8AE-915137AACCF7}" v="28" dt="2025-04-27T18:01:57.706"/>
    <p1510:client id="{B61D5681-972C-D544-8B66-D63AA99A050D}" v="584" dt="2025-04-27T15:03:25.843"/>
  </p1510:revLst>
</p1510:revInfo>
</file>

<file path=ppt/tableStyles.xml><?xml version="1.0" encoding="utf-8"?>
<a:tblStyleLst xmlns:a="http://schemas.openxmlformats.org/drawingml/2006/main" def="{0E3FDE45-AF77-4B5C-9715-49D594BDF05E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646"/>
    <p:restoredTop sz="94795"/>
  </p:normalViewPr>
  <p:slideViewPr>
    <p:cSldViewPr snapToGrid="0">
      <p:cViewPr varScale="1">
        <p:scale>
          <a:sx n="87" d="100"/>
          <a:sy n="87" d="100"/>
        </p:scale>
        <p:origin x="68" y="76"/>
      </p:cViewPr>
      <p:guideLst>
        <p:guide orient="horz" pos="1643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customXml" Target="../customXml/item8.xml"/><Relationship Id="rId13" Type="http://schemas.openxmlformats.org/officeDocument/2006/relationships/slide" Target="slides/slide3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customXml" Target="../customXml/item7.xml"/><Relationship Id="rId12" Type="http://schemas.openxmlformats.org/officeDocument/2006/relationships/slide" Target="slides/slide2.xml"/><Relationship Id="rId17" Type="http://schemas.openxmlformats.org/officeDocument/2006/relationships/slide" Target="slides/slide7.xml"/><Relationship Id="rId2" Type="http://schemas.openxmlformats.org/officeDocument/2006/relationships/customXml" Target="../customXml/item2.xml"/><Relationship Id="rId16" Type="http://schemas.openxmlformats.org/officeDocument/2006/relationships/slide" Target="slides/slide6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customXml" Target="../customXml/item6.xml"/><Relationship Id="rId11" Type="http://schemas.openxmlformats.org/officeDocument/2006/relationships/slide" Target="slides/slide1.xml"/><Relationship Id="rId24" Type="http://schemas.microsoft.com/office/2015/10/relationships/revisionInfo" Target="revisionInfo.xml"/><Relationship Id="rId5" Type="http://schemas.openxmlformats.org/officeDocument/2006/relationships/customXml" Target="../customXml/item5.xml"/><Relationship Id="rId15" Type="http://schemas.openxmlformats.org/officeDocument/2006/relationships/slide" Target="slides/slide5.xml"/><Relationship Id="rId23" Type="http://schemas.openxmlformats.org/officeDocument/2006/relationships/tableStyles" Target="tableStyles.xml"/><Relationship Id="rId10" Type="http://schemas.openxmlformats.org/officeDocument/2006/relationships/slideMaster" Target="slideMasters/slideMaster1.xml"/><Relationship Id="rId19" Type="http://schemas.openxmlformats.org/officeDocument/2006/relationships/handoutMaster" Target="handoutMasters/handoutMaster1.xml"/><Relationship Id="rId4" Type="http://schemas.openxmlformats.org/officeDocument/2006/relationships/customXml" Target="../customXml/item4.xml"/><Relationship Id="rId9" Type="http://schemas.openxmlformats.org/officeDocument/2006/relationships/customXml" Target="../customXml/item9.xml"/><Relationship Id="rId14" Type="http://schemas.openxmlformats.org/officeDocument/2006/relationships/slide" Target="slides/slide4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8F45CE27-0FC1-4345-A9D1-813E9F3C96B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CH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4FAFF02-ADA2-494F-92F2-18E0CD47E82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F4C96F-5C6D-48ED-8D42-B768302B23AD}" type="datetimeFigureOut">
              <a:rPr lang="de-CH" smtClean="0"/>
              <a:t>08.05.2026</a:t>
            </a:fld>
            <a:endParaRPr lang="de-C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4D7311C-885A-4219-9687-E8E9C81D348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C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8755352-F100-4DC1-827B-1EFA0F247A0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F76BEFE-BF9F-47C0-9B2B-37E6860B00C1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2454366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CH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36D3A44-FA09-4C0A-99A6-1BA009890161}" type="datetimeFigureOut">
              <a:rPr lang="de-CH" smtClean="0"/>
              <a:t>08.05.2026</a:t>
            </a:fld>
            <a:endParaRPr lang="de-CH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CH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C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C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9EFE3F1-1C0D-4780-BCDC-4F7033F6C9E1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8872188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C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EFE3F1-1C0D-4780-BCDC-4F7033F6C9E1}" type="slidenum">
              <a:rPr lang="de-CH" smtClean="0"/>
              <a:t>1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0574309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Slide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A picture containing skating, building, ramp, board&#10;&#10;Description automatically generated">
            <a:extLst>
              <a:ext uri="{FF2B5EF4-FFF2-40B4-BE49-F238E27FC236}">
                <a16:creationId xmlns:a16="http://schemas.microsoft.com/office/drawing/2014/main" id="{9F7E1813-5682-4AAE-8DC8-5A613DE12B9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79" r="7910" b="19850"/>
          <a:stretch/>
        </p:blipFill>
        <p:spPr>
          <a:xfrm>
            <a:off x="0" y="0"/>
            <a:ext cx="9136420" cy="5143500"/>
          </a:xfrm>
          <a:prstGeom prst="rect">
            <a:avLst/>
          </a:prstGeom>
        </p:spPr>
      </p:pic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43D7A234-EBF8-4A9A-ACFF-4329BD747ADC}"/>
              </a:ext>
            </a:extLst>
          </p:cNvPr>
          <p:cNvSpPr>
            <a:spLocks noChangeAspect="1"/>
          </p:cNvSpPr>
          <p:nvPr userDrawn="1"/>
        </p:nvSpPr>
        <p:spPr>
          <a:xfrm>
            <a:off x="4575791" y="3166310"/>
            <a:ext cx="4568210" cy="5009983"/>
          </a:xfrm>
          <a:custGeom>
            <a:avLst/>
            <a:gdLst>
              <a:gd name="connsiteX0" fmla="*/ 0 w 3106057"/>
              <a:gd name="connsiteY0" fmla="*/ 711200 h 3403600"/>
              <a:gd name="connsiteX1" fmla="*/ 3106057 w 3106057"/>
              <a:gd name="connsiteY1" fmla="*/ 0 h 3403600"/>
              <a:gd name="connsiteX2" fmla="*/ 3106057 w 3106057"/>
              <a:gd name="connsiteY2" fmla="*/ 3403600 h 3403600"/>
              <a:gd name="connsiteX3" fmla="*/ 449943 w 3106057"/>
              <a:gd name="connsiteY3" fmla="*/ 3222171 h 3403600"/>
              <a:gd name="connsiteX4" fmla="*/ 0 w 3106057"/>
              <a:gd name="connsiteY4" fmla="*/ 711200 h 3403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106057" h="3403600">
                <a:moveTo>
                  <a:pt x="0" y="711200"/>
                </a:moveTo>
                <a:lnTo>
                  <a:pt x="3106057" y="0"/>
                </a:lnTo>
                <a:lnTo>
                  <a:pt x="3106057" y="3403600"/>
                </a:lnTo>
                <a:lnTo>
                  <a:pt x="449943" y="3222171"/>
                </a:lnTo>
                <a:lnTo>
                  <a:pt x="0" y="7112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9B6FC2A-29C4-4742-B32D-604659C0CB22}"/>
              </a:ext>
            </a:extLst>
          </p:cNvPr>
          <p:cNvSpPr txBox="1"/>
          <p:nvPr userDrawn="1"/>
        </p:nvSpPr>
        <p:spPr>
          <a:xfrm>
            <a:off x="6789318" y="4613375"/>
            <a:ext cx="1995907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de-CH" sz="1000">
                <a:solidFill>
                  <a:schemeClr val="bg2"/>
                </a:solidFill>
              </a:rPr>
              <a:t>From </a:t>
            </a:r>
            <a:r>
              <a:rPr lang="de-CH" sz="1000" err="1">
                <a:solidFill>
                  <a:schemeClr val="bg2"/>
                </a:solidFill>
              </a:rPr>
              <a:t>insight</a:t>
            </a:r>
            <a:r>
              <a:rPr lang="de-CH" sz="1000">
                <a:solidFill>
                  <a:schemeClr val="bg2"/>
                </a:solidFill>
              </a:rPr>
              <a:t> </a:t>
            </a:r>
            <a:r>
              <a:rPr lang="de-CH" sz="1000" err="1">
                <a:solidFill>
                  <a:schemeClr val="bg2"/>
                </a:solidFill>
              </a:rPr>
              <a:t>to</a:t>
            </a:r>
            <a:r>
              <a:rPr lang="de-CH" sz="1000">
                <a:solidFill>
                  <a:schemeClr val="bg2"/>
                </a:solidFill>
              </a:rPr>
              <a:t> </a:t>
            </a:r>
            <a:r>
              <a:rPr lang="de-CH" sz="1000" err="1">
                <a:solidFill>
                  <a:schemeClr val="bg2"/>
                </a:solidFill>
              </a:rPr>
              <a:t>impact</a:t>
            </a:r>
            <a:r>
              <a:rPr lang="de-CH" sz="1000">
                <a:solidFill>
                  <a:schemeClr val="bg2"/>
                </a:solidFill>
              </a:rPr>
              <a:t>.</a:t>
            </a:r>
          </a:p>
        </p:txBody>
      </p:sp>
      <p:pic>
        <p:nvPicPr>
          <p:cNvPr id="1283199122" name="Rectangle 2" descr="{&quot;templafy&quot;:{&quot;id&quot;:&quot;d628f1a3-76af-4449-b6e7-e9625273ecee&quot;}}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1173" y="313025"/>
            <a:ext cx="2088000" cy="450000"/>
          </a:xfrm>
          <a:prstGeom prst="rect">
            <a:avLst/>
          </a:prstGeo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A891F29F-BED8-4555-9938-829D3AC332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7015" y="1098178"/>
            <a:ext cx="7958210" cy="1792800"/>
          </a:xfrm>
        </p:spPr>
        <p:txBody>
          <a:bodyPr anchor="b"/>
          <a:lstStyle>
            <a:lvl1pPr>
              <a:lnSpc>
                <a:spcPts val="4200"/>
              </a:lnSpc>
              <a:defRPr sz="4000">
                <a:latin typeface="Gill Sans Nova Light" panose="020B0302020104020203" pitchFamily="34" charset="0"/>
              </a:defRPr>
            </a:lvl1pPr>
          </a:lstStyle>
          <a:p>
            <a:r>
              <a:rPr lang="de-CH"/>
              <a:t>Click to edit Master title style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D3654089-CB0E-4321-8557-8E0B4ACD847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31027" y="3123868"/>
            <a:ext cx="3650486" cy="1356057"/>
          </a:xfrm>
        </p:spPr>
        <p:txBody>
          <a:bodyPr>
            <a:normAutofit/>
          </a:bodyPr>
          <a:lstStyle>
            <a:lvl1pPr marL="0" indent="0">
              <a:spcAft>
                <a:spcPts val="0"/>
              </a:spcAft>
              <a:buFont typeface="Arial" panose="020B0604020202020204" pitchFamily="34" charset="0"/>
              <a:buNone/>
              <a:defRPr sz="1600"/>
            </a:lvl1pPr>
            <a:lvl2pPr marL="0" indent="0">
              <a:spcAft>
                <a:spcPts val="0"/>
              </a:spcAft>
              <a:buNone/>
              <a:defRPr sz="1600"/>
            </a:lvl2pPr>
            <a:lvl3pPr marL="0" indent="0">
              <a:spcAft>
                <a:spcPts val="0"/>
              </a:spcAft>
              <a:buNone/>
              <a:defRPr sz="1600"/>
            </a:lvl3pPr>
            <a:lvl4pPr marL="0" indent="0">
              <a:spcAft>
                <a:spcPts val="0"/>
              </a:spcAft>
              <a:buNone/>
              <a:defRPr sz="1600"/>
            </a:lvl4pPr>
            <a:lvl5pPr marL="0" indent="0">
              <a:spcAft>
                <a:spcPts val="0"/>
              </a:spcAft>
              <a:buNone/>
              <a:defRPr sz="1600"/>
            </a:lvl5pPr>
          </a:lstStyle>
          <a:p>
            <a:pPr lvl="0"/>
            <a:r>
              <a:rPr lang="de-CH"/>
              <a:t>Click to edit Master text styles</a:t>
            </a:r>
          </a:p>
          <a:p>
            <a:pPr lvl="1"/>
            <a:r>
              <a:rPr lang="de-CH"/>
              <a:t>Second level</a:t>
            </a:r>
          </a:p>
          <a:p>
            <a:pPr lvl="2"/>
            <a:r>
              <a:rPr lang="de-CH"/>
              <a:t>Third level</a:t>
            </a:r>
          </a:p>
          <a:p>
            <a:pPr lvl="3"/>
            <a:r>
              <a:rPr lang="de-CH"/>
              <a:t>Fourth level</a:t>
            </a:r>
          </a:p>
          <a:p>
            <a:pPr lvl="4"/>
            <a:r>
              <a:rPr lang="de-CH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5057651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Slide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>
            <a:extLst>
              <a:ext uri="{FF2B5EF4-FFF2-40B4-BE49-F238E27FC236}">
                <a16:creationId xmlns:a16="http://schemas.microsoft.com/office/drawing/2014/main" id="{69B6FC2A-29C4-4742-B32D-604659C0CB22}"/>
              </a:ext>
            </a:extLst>
          </p:cNvPr>
          <p:cNvSpPr txBox="1"/>
          <p:nvPr userDrawn="1"/>
        </p:nvSpPr>
        <p:spPr>
          <a:xfrm>
            <a:off x="828000" y="4613375"/>
            <a:ext cx="1997563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de-CH" sz="1000" dirty="0" err="1">
                <a:solidFill>
                  <a:schemeClr val="tx1"/>
                </a:solidFill>
              </a:rPr>
              <a:t>From</a:t>
            </a:r>
            <a:r>
              <a:rPr lang="de-CH" sz="1000" dirty="0">
                <a:solidFill>
                  <a:schemeClr val="tx1"/>
                </a:solidFill>
              </a:rPr>
              <a:t> </a:t>
            </a:r>
            <a:r>
              <a:rPr lang="de-CH" sz="1000" dirty="0" err="1">
                <a:solidFill>
                  <a:schemeClr val="tx1"/>
                </a:solidFill>
              </a:rPr>
              <a:t>insight</a:t>
            </a:r>
            <a:r>
              <a:rPr lang="de-CH" sz="1000" dirty="0">
                <a:solidFill>
                  <a:schemeClr val="tx1"/>
                </a:solidFill>
              </a:rPr>
              <a:t> </a:t>
            </a:r>
            <a:r>
              <a:rPr lang="de-CH" sz="1000" dirty="0" err="1">
                <a:solidFill>
                  <a:schemeClr val="tx1"/>
                </a:solidFill>
              </a:rPr>
              <a:t>to</a:t>
            </a:r>
            <a:r>
              <a:rPr lang="de-CH" sz="1000" dirty="0">
                <a:solidFill>
                  <a:schemeClr val="tx1"/>
                </a:solidFill>
              </a:rPr>
              <a:t> </a:t>
            </a:r>
            <a:r>
              <a:rPr lang="de-CH" sz="1000" dirty="0" err="1">
                <a:solidFill>
                  <a:schemeClr val="tx1"/>
                </a:solidFill>
              </a:rPr>
              <a:t>impact</a:t>
            </a:r>
            <a:r>
              <a:rPr lang="de-CH" sz="1000" dirty="0">
                <a:solidFill>
                  <a:schemeClr val="tx1"/>
                </a:solidFill>
              </a:rPr>
              <a:t>.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1CACC6D5-D1D4-442A-84CB-4AA5E5B9ECD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965200" y="0"/>
            <a:ext cx="3178800" cy="5143500"/>
          </a:xfrm>
        </p:spPr>
        <p:txBody>
          <a:bodyPr/>
          <a:lstStyle/>
          <a:p>
            <a:r>
              <a:rPr lang="de-CH"/>
              <a:t>Click icon to add picture</a:t>
            </a:r>
          </a:p>
        </p:txBody>
      </p:sp>
      <p:pic>
        <p:nvPicPr>
          <p:cNvPr id="1904989351" name="Rectangle 8" descr="{&quot;templafy&quot;:{&quot;id&quot;:&quot;09efe3d5-eb3d-4500-b6c1-2bf729e25f82&quot;}}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775" y="313025"/>
            <a:ext cx="2088000" cy="450000"/>
          </a:xfrm>
          <a:prstGeom prst="rect">
            <a:avLst/>
          </a:prstGeom>
        </p:spPr>
      </p:pic>
      <p:sp>
        <p:nvSpPr>
          <p:cNvPr id="10" name="Title 4">
            <a:extLst>
              <a:ext uri="{FF2B5EF4-FFF2-40B4-BE49-F238E27FC236}">
                <a16:creationId xmlns:a16="http://schemas.microsoft.com/office/drawing/2014/main" id="{80E529E2-449E-41BE-B0F7-70294EC17C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7013" y="1276350"/>
            <a:ext cx="4764489" cy="1942874"/>
          </a:xfrm>
        </p:spPr>
        <p:txBody>
          <a:bodyPr anchor="b"/>
          <a:lstStyle>
            <a:lvl1pPr>
              <a:lnSpc>
                <a:spcPts val="4200"/>
              </a:lnSpc>
              <a:defRPr sz="4000">
                <a:latin typeface="Gill Sans Nova Light" panose="020B0302020104020203" pitchFamily="34" charset="0"/>
              </a:defRPr>
            </a:lvl1pPr>
          </a:lstStyle>
          <a:p>
            <a:r>
              <a:rPr lang="de-CH"/>
              <a:t>Click to edit Master title style</a:t>
            </a:r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3CEDF5E3-A68C-469F-902C-69F694A0D4F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31027" y="3452115"/>
            <a:ext cx="3034391" cy="1027810"/>
          </a:xfrm>
        </p:spPr>
        <p:txBody>
          <a:bodyPr>
            <a:normAutofit/>
          </a:bodyPr>
          <a:lstStyle>
            <a:lvl1pPr marL="0" indent="0">
              <a:spcAft>
                <a:spcPts val="0"/>
              </a:spcAft>
              <a:buFont typeface="Arial" panose="020B0604020202020204" pitchFamily="34" charset="0"/>
              <a:buNone/>
              <a:defRPr sz="1600"/>
            </a:lvl1pPr>
            <a:lvl2pPr marL="0" indent="0">
              <a:spcAft>
                <a:spcPts val="0"/>
              </a:spcAft>
              <a:buNone/>
              <a:defRPr sz="1600"/>
            </a:lvl2pPr>
            <a:lvl3pPr marL="0" indent="0">
              <a:spcAft>
                <a:spcPts val="0"/>
              </a:spcAft>
              <a:buNone/>
              <a:defRPr sz="1600"/>
            </a:lvl3pPr>
            <a:lvl4pPr marL="0" indent="0">
              <a:spcAft>
                <a:spcPts val="0"/>
              </a:spcAft>
              <a:buNone/>
              <a:defRPr sz="1600"/>
            </a:lvl4pPr>
            <a:lvl5pPr marL="0" indent="0">
              <a:spcAft>
                <a:spcPts val="0"/>
              </a:spcAft>
              <a:buNone/>
              <a:defRPr sz="1600"/>
            </a:lvl5pPr>
          </a:lstStyle>
          <a:p>
            <a:pPr lvl="0"/>
            <a:r>
              <a:rPr lang="de-CH"/>
              <a:t>Click to edit Master text styles</a:t>
            </a:r>
          </a:p>
          <a:p>
            <a:pPr lvl="1"/>
            <a:r>
              <a:rPr lang="de-CH"/>
              <a:t>Second level</a:t>
            </a:r>
          </a:p>
          <a:p>
            <a:pPr lvl="2"/>
            <a:r>
              <a:rPr lang="de-CH"/>
              <a:t>Third level</a:t>
            </a:r>
          </a:p>
          <a:p>
            <a:pPr lvl="3"/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279096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Slide 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9">
            <a:extLst>
              <a:ext uri="{FF2B5EF4-FFF2-40B4-BE49-F238E27FC236}">
                <a16:creationId xmlns:a16="http://schemas.microsoft.com/office/drawing/2014/main" id="{2B100237-7431-49D0-8F7C-9E1F2717B96C}"/>
              </a:ext>
            </a:extLst>
          </p:cNvPr>
          <p:cNvSpPr/>
          <p:nvPr userDrawn="1"/>
        </p:nvSpPr>
        <p:spPr>
          <a:xfrm>
            <a:off x="5761585" y="1624745"/>
            <a:ext cx="2419577" cy="2689737"/>
          </a:xfrm>
          <a:custGeom>
            <a:avLst/>
            <a:gdLst>
              <a:gd name="connsiteX0" fmla="*/ 0 w 1861343"/>
              <a:gd name="connsiteY0" fmla="*/ 0 h 2329962"/>
              <a:gd name="connsiteX1" fmla="*/ 1861343 w 1861343"/>
              <a:gd name="connsiteY1" fmla="*/ 0 h 2329962"/>
              <a:gd name="connsiteX2" fmla="*/ 1861343 w 1861343"/>
              <a:gd name="connsiteY2" fmla="*/ 2329962 h 2329962"/>
              <a:gd name="connsiteX3" fmla="*/ 0 w 1861343"/>
              <a:gd name="connsiteY3" fmla="*/ 2329962 h 2329962"/>
              <a:gd name="connsiteX4" fmla="*/ 0 w 1861343"/>
              <a:gd name="connsiteY4" fmla="*/ 0 h 2329962"/>
              <a:gd name="connsiteX0" fmla="*/ 0 w 3408789"/>
              <a:gd name="connsiteY0" fmla="*/ 852854 h 2329962"/>
              <a:gd name="connsiteX1" fmla="*/ 3408789 w 3408789"/>
              <a:gd name="connsiteY1" fmla="*/ 0 h 2329962"/>
              <a:gd name="connsiteX2" fmla="*/ 3408789 w 3408789"/>
              <a:gd name="connsiteY2" fmla="*/ 2329962 h 2329962"/>
              <a:gd name="connsiteX3" fmla="*/ 1547446 w 3408789"/>
              <a:gd name="connsiteY3" fmla="*/ 2329962 h 2329962"/>
              <a:gd name="connsiteX4" fmla="*/ 0 w 3408789"/>
              <a:gd name="connsiteY4" fmla="*/ 852854 h 2329962"/>
              <a:gd name="connsiteX0" fmla="*/ 0 w 3408789"/>
              <a:gd name="connsiteY0" fmla="*/ 852854 h 3516924"/>
              <a:gd name="connsiteX1" fmla="*/ 3408789 w 3408789"/>
              <a:gd name="connsiteY1" fmla="*/ 0 h 3516924"/>
              <a:gd name="connsiteX2" fmla="*/ 3408789 w 3408789"/>
              <a:gd name="connsiteY2" fmla="*/ 2329962 h 3516924"/>
              <a:gd name="connsiteX3" fmla="*/ 483577 w 3408789"/>
              <a:gd name="connsiteY3" fmla="*/ 3516924 h 3516924"/>
              <a:gd name="connsiteX4" fmla="*/ 0 w 3408789"/>
              <a:gd name="connsiteY4" fmla="*/ 852854 h 3516924"/>
              <a:gd name="connsiteX0" fmla="*/ 0 w 3417582"/>
              <a:gd name="connsiteY0" fmla="*/ 852854 h 3789485"/>
              <a:gd name="connsiteX1" fmla="*/ 3408789 w 3417582"/>
              <a:gd name="connsiteY1" fmla="*/ 0 h 3789485"/>
              <a:gd name="connsiteX2" fmla="*/ 3417582 w 3417582"/>
              <a:gd name="connsiteY2" fmla="*/ 3789485 h 3789485"/>
              <a:gd name="connsiteX3" fmla="*/ 483577 w 3417582"/>
              <a:gd name="connsiteY3" fmla="*/ 3516924 h 3789485"/>
              <a:gd name="connsiteX4" fmla="*/ 0 w 3417582"/>
              <a:gd name="connsiteY4" fmla="*/ 852854 h 3789485"/>
              <a:gd name="connsiteX0" fmla="*/ 0 w 3417582"/>
              <a:gd name="connsiteY0" fmla="*/ 852854 h 3789485"/>
              <a:gd name="connsiteX1" fmla="*/ 3408789 w 3417582"/>
              <a:gd name="connsiteY1" fmla="*/ 0 h 3789485"/>
              <a:gd name="connsiteX2" fmla="*/ 3417582 w 3417582"/>
              <a:gd name="connsiteY2" fmla="*/ 3789485 h 3789485"/>
              <a:gd name="connsiteX3" fmla="*/ 501162 w 3417582"/>
              <a:gd name="connsiteY3" fmla="*/ 3570549 h 3789485"/>
              <a:gd name="connsiteX4" fmla="*/ 0 w 3417582"/>
              <a:gd name="connsiteY4" fmla="*/ 852854 h 3789485"/>
              <a:gd name="connsiteX0" fmla="*/ 0 w 3408789"/>
              <a:gd name="connsiteY0" fmla="*/ 852854 h 3852049"/>
              <a:gd name="connsiteX1" fmla="*/ 3408789 w 3408789"/>
              <a:gd name="connsiteY1" fmla="*/ 0 h 3852049"/>
              <a:gd name="connsiteX2" fmla="*/ 3399997 w 3408789"/>
              <a:gd name="connsiteY2" fmla="*/ 3852049 h 3852049"/>
              <a:gd name="connsiteX3" fmla="*/ 501162 w 3408789"/>
              <a:gd name="connsiteY3" fmla="*/ 3570549 h 3852049"/>
              <a:gd name="connsiteX4" fmla="*/ 0 w 3408789"/>
              <a:gd name="connsiteY4" fmla="*/ 852854 h 38520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08789" h="3852049">
                <a:moveTo>
                  <a:pt x="0" y="852854"/>
                </a:moveTo>
                <a:lnTo>
                  <a:pt x="3408789" y="0"/>
                </a:lnTo>
                <a:cubicBezTo>
                  <a:pt x="3405858" y="1284016"/>
                  <a:pt x="3402928" y="2568033"/>
                  <a:pt x="3399997" y="3852049"/>
                </a:cubicBezTo>
                <a:lnTo>
                  <a:pt x="501162" y="3570549"/>
                </a:lnTo>
                <a:lnTo>
                  <a:pt x="0" y="852854"/>
                </a:lnTo>
                <a:close/>
              </a:path>
            </a:pathLst>
          </a:custGeom>
          <a:noFill/>
          <a:ln w="508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F9714C5-06E3-4370-A728-9DC7B080DE43}"/>
              </a:ext>
            </a:extLst>
          </p:cNvPr>
          <p:cNvSpPr txBox="1"/>
          <p:nvPr userDrawn="1"/>
        </p:nvSpPr>
        <p:spPr>
          <a:xfrm>
            <a:off x="6787662" y="4613375"/>
            <a:ext cx="1997563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de-CH" sz="1000">
                <a:solidFill>
                  <a:schemeClr val="tx1"/>
                </a:solidFill>
              </a:rPr>
              <a:t>From </a:t>
            </a:r>
            <a:r>
              <a:rPr lang="de-CH" sz="1000" err="1">
                <a:solidFill>
                  <a:schemeClr val="tx1"/>
                </a:solidFill>
              </a:rPr>
              <a:t>insight</a:t>
            </a:r>
            <a:r>
              <a:rPr lang="de-CH" sz="1000">
                <a:solidFill>
                  <a:schemeClr val="tx1"/>
                </a:solidFill>
              </a:rPr>
              <a:t> </a:t>
            </a:r>
            <a:r>
              <a:rPr lang="de-CH" sz="1000" err="1">
                <a:solidFill>
                  <a:schemeClr val="tx1"/>
                </a:solidFill>
              </a:rPr>
              <a:t>to</a:t>
            </a:r>
            <a:r>
              <a:rPr lang="de-CH" sz="1000">
                <a:solidFill>
                  <a:schemeClr val="tx1"/>
                </a:solidFill>
              </a:rPr>
              <a:t> </a:t>
            </a:r>
            <a:r>
              <a:rPr lang="de-CH" sz="1000" err="1">
                <a:solidFill>
                  <a:schemeClr val="tx1"/>
                </a:solidFill>
              </a:rPr>
              <a:t>impact</a:t>
            </a:r>
            <a:r>
              <a:rPr lang="de-CH" sz="1000">
                <a:solidFill>
                  <a:schemeClr val="tx1"/>
                </a:solidFill>
              </a:rPr>
              <a:t>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E4AF4D0-D837-4E91-97F8-5213372D62BA}"/>
              </a:ext>
            </a:extLst>
          </p:cNvPr>
          <p:cNvSpPr/>
          <p:nvPr userDrawn="1"/>
        </p:nvSpPr>
        <p:spPr>
          <a:xfrm>
            <a:off x="5761585" y="450660"/>
            <a:ext cx="3408789" cy="3789400"/>
          </a:xfrm>
          <a:custGeom>
            <a:avLst/>
            <a:gdLst>
              <a:gd name="connsiteX0" fmla="*/ 0 w 1861343"/>
              <a:gd name="connsiteY0" fmla="*/ 0 h 2329962"/>
              <a:gd name="connsiteX1" fmla="*/ 1861343 w 1861343"/>
              <a:gd name="connsiteY1" fmla="*/ 0 h 2329962"/>
              <a:gd name="connsiteX2" fmla="*/ 1861343 w 1861343"/>
              <a:gd name="connsiteY2" fmla="*/ 2329962 h 2329962"/>
              <a:gd name="connsiteX3" fmla="*/ 0 w 1861343"/>
              <a:gd name="connsiteY3" fmla="*/ 2329962 h 2329962"/>
              <a:gd name="connsiteX4" fmla="*/ 0 w 1861343"/>
              <a:gd name="connsiteY4" fmla="*/ 0 h 2329962"/>
              <a:gd name="connsiteX0" fmla="*/ 0 w 3408789"/>
              <a:gd name="connsiteY0" fmla="*/ 852854 h 2329962"/>
              <a:gd name="connsiteX1" fmla="*/ 3408789 w 3408789"/>
              <a:gd name="connsiteY1" fmla="*/ 0 h 2329962"/>
              <a:gd name="connsiteX2" fmla="*/ 3408789 w 3408789"/>
              <a:gd name="connsiteY2" fmla="*/ 2329962 h 2329962"/>
              <a:gd name="connsiteX3" fmla="*/ 1547446 w 3408789"/>
              <a:gd name="connsiteY3" fmla="*/ 2329962 h 2329962"/>
              <a:gd name="connsiteX4" fmla="*/ 0 w 3408789"/>
              <a:gd name="connsiteY4" fmla="*/ 852854 h 2329962"/>
              <a:gd name="connsiteX0" fmla="*/ 0 w 3408789"/>
              <a:gd name="connsiteY0" fmla="*/ 852854 h 3516924"/>
              <a:gd name="connsiteX1" fmla="*/ 3408789 w 3408789"/>
              <a:gd name="connsiteY1" fmla="*/ 0 h 3516924"/>
              <a:gd name="connsiteX2" fmla="*/ 3408789 w 3408789"/>
              <a:gd name="connsiteY2" fmla="*/ 2329962 h 3516924"/>
              <a:gd name="connsiteX3" fmla="*/ 483577 w 3408789"/>
              <a:gd name="connsiteY3" fmla="*/ 3516924 h 3516924"/>
              <a:gd name="connsiteX4" fmla="*/ 0 w 3408789"/>
              <a:gd name="connsiteY4" fmla="*/ 852854 h 3516924"/>
              <a:gd name="connsiteX0" fmla="*/ 0 w 3417582"/>
              <a:gd name="connsiteY0" fmla="*/ 852854 h 3789485"/>
              <a:gd name="connsiteX1" fmla="*/ 3408789 w 3417582"/>
              <a:gd name="connsiteY1" fmla="*/ 0 h 3789485"/>
              <a:gd name="connsiteX2" fmla="*/ 3417582 w 3417582"/>
              <a:gd name="connsiteY2" fmla="*/ 3789485 h 3789485"/>
              <a:gd name="connsiteX3" fmla="*/ 483577 w 3417582"/>
              <a:gd name="connsiteY3" fmla="*/ 3516924 h 3789485"/>
              <a:gd name="connsiteX4" fmla="*/ 0 w 3417582"/>
              <a:gd name="connsiteY4" fmla="*/ 852854 h 3789485"/>
              <a:gd name="connsiteX0" fmla="*/ 0 w 3417582"/>
              <a:gd name="connsiteY0" fmla="*/ 852854 h 3789485"/>
              <a:gd name="connsiteX1" fmla="*/ 3408789 w 3417582"/>
              <a:gd name="connsiteY1" fmla="*/ 0 h 3789485"/>
              <a:gd name="connsiteX2" fmla="*/ 3417582 w 3417582"/>
              <a:gd name="connsiteY2" fmla="*/ 3789485 h 3789485"/>
              <a:gd name="connsiteX3" fmla="*/ 501162 w 3417582"/>
              <a:gd name="connsiteY3" fmla="*/ 3570549 h 3789485"/>
              <a:gd name="connsiteX4" fmla="*/ 0 w 3417582"/>
              <a:gd name="connsiteY4" fmla="*/ 852854 h 3789485"/>
              <a:gd name="connsiteX0" fmla="*/ 0 w 3408789"/>
              <a:gd name="connsiteY0" fmla="*/ 852854 h 3852049"/>
              <a:gd name="connsiteX1" fmla="*/ 3408789 w 3408789"/>
              <a:gd name="connsiteY1" fmla="*/ 0 h 3852049"/>
              <a:gd name="connsiteX2" fmla="*/ 3399997 w 3408789"/>
              <a:gd name="connsiteY2" fmla="*/ 3852049 h 3852049"/>
              <a:gd name="connsiteX3" fmla="*/ 501162 w 3408789"/>
              <a:gd name="connsiteY3" fmla="*/ 3570549 h 3852049"/>
              <a:gd name="connsiteX4" fmla="*/ 0 w 3408789"/>
              <a:gd name="connsiteY4" fmla="*/ 852854 h 38520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08789" h="3852049">
                <a:moveTo>
                  <a:pt x="0" y="852854"/>
                </a:moveTo>
                <a:lnTo>
                  <a:pt x="3408789" y="0"/>
                </a:lnTo>
                <a:cubicBezTo>
                  <a:pt x="3405858" y="1284016"/>
                  <a:pt x="3402928" y="2568033"/>
                  <a:pt x="3399997" y="3852049"/>
                </a:cubicBezTo>
                <a:lnTo>
                  <a:pt x="501162" y="3570549"/>
                </a:lnTo>
                <a:lnTo>
                  <a:pt x="0" y="852854"/>
                </a:lnTo>
                <a:close/>
              </a:path>
            </a:pathLst>
          </a:cu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36346" t="-6" r="-43098" b="-1866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pic>
        <p:nvPicPr>
          <p:cNvPr id="1915763177" name="Rectangle 7" descr="{&quot;templafy&quot;:{&quot;id&quot;:&quot;19515ead-c28a-4815-a65a-d179492de843&quot;}}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8775" y="313025"/>
            <a:ext cx="2088000" cy="450000"/>
          </a:xfrm>
          <a:prstGeom prst="rect">
            <a:avLst/>
          </a:prstGeom>
        </p:spPr>
      </p:pic>
      <p:sp>
        <p:nvSpPr>
          <p:cNvPr id="13" name="Title 4">
            <a:extLst>
              <a:ext uri="{FF2B5EF4-FFF2-40B4-BE49-F238E27FC236}">
                <a16:creationId xmlns:a16="http://schemas.microsoft.com/office/drawing/2014/main" id="{77013848-41F0-44AD-9301-BEF9A1A487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7013" y="1276350"/>
            <a:ext cx="4503600" cy="1942874"/>
          </a:xfrm>
        </p:spPr>
        <p:txBody>
          <a:bodyPr anchor="b"/>
          <a:lstStyle>
            <a:lvl1pPr>
              <a:lnSpc>
                <a:spcPts val="4200"/>
              </a:lnSpc>
              <a:defRPr sz="4000">
                <a:latin typeface="Gill Sans Nova Light" panose="020B0302020104020203" pitchFamily="34" charset="0"/>
              </a:defRPr>
            </a:lvl1pPr>
          </a:lstStyle>
          <a:p>
            <a:r>
              <a:rPr lang="de-CH"/>
              <a:t>Click to edit Master title style</a:t>
            </a:r>
          </a:p>
        </p:txBody>
      </p:sp>
      <p:sp>
        <p:nvSpPr>
          <p:cNvPr id="14" name="Text Placeholder 6">
            <a:extLst>
              <a:ext uri="{FF2B5EF4-FFF2-40B4-BE49-F238E27FC236}">
                <a16:creationId xmlns:a16="http://schemas.microsoft.com/office/drawing/2014/main" id="{8245421C-670F-4227-B79D-994FE547F9A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31027" y="3452115"/>
            <a:ext cx="3650486" cy="1027810"/>
          </a:xfrm>
        </p:spPr>
        <p:txBody>
          <a:bodyPr>
            <a:normAutofit/>
          </a:bodyPr>
          <a:lstStyle>
            <a:lvl1pPr marL="0" indent="0">
              <a:spcAft>
                <a:spcPts val="0"/>
              </a:spcAft>
              <a:buFont typeface="Arial" panose="020B0604020202020204" pitchFamily="34" charset="0"/>
              <a:buNone/>
              <a:defRPr sz="1600"/>
            </a:lvl1pPr>
            <a:lvl2pPr marL="0" indent="0">
              <a:spcAft>
                <a:spcPts val="0"/>
              </a:spcAft>
              <a:buNone/>
              <a:defRPr sz="1600"/>
            </a:lvl2pPr>
            <a:lvl3pPr marL="0" indent="0">
              <a:spcAft>
                <a:spcPts val="0"/>
              </a:spcAft>
              <a:buNone/>
              <a:defRPr sz="1600"/>
            </a:lvl3pPr>
            <a:lvl4pPr marL="0" indent="0">
              <a:spcAft>
                <a:spcPts val="0"/>
              </a:spcAft>
              <a:buNone/>
              <a:defRPr sz="1600"/>
            </a:lvl4pPr>
            <a:lvl5pPr marL="0" indent="0">
              <a:spcAft>
                <a:spcPts val="0"/>
              </a:spcAft>
              <a:buNone/>
              <a:defRPr sz="1600"/>
            </a:lvl5pPr>
          </a:lstStyle>
          <a:p>
            <a:pPr lvl="0"/>
            <a:r>
              <a:rPr lang="de-CH"/>
              <a:t>Click to edit Master text styles</a:t>
            </a:r>
          </a:p>
          <a:p>
            <a:pPr lvl="1"/>
            <a:r>
              <a:rPr lang="de-CH"/>
              <a:t>Second level</a:t>
            </a:r>
          </a:p>
          <a:p>
            <a:pPr lvl="2"/>
            <a:r>
              <a:rPr lang="de-CH"/>
              <a:t>Third level</a:t>
            </a:r>
          </a:p>
          <a:p>
            <a:pPr lvl="3"/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3445163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mit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A picture containing skating, building, ramp, board&#10;&#10;Description automatically generated">
            <a:extLst>
              <a:ext uri="{FF2B5EF4-FFF2-40B4-BE49-F238E27FC236}">
                <a16:creationId xmlns:a16="http://schemas.microsoft.com/office/drawing/2014/main" id="{71655C6F-D683-4181-8A76-C2CF9E2F41C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8763"/>
          <a:stretch/>
        </p:blipFill>
        <p:spPr>
          <a:xfrm>
            <a:off x="5963683" y="0"/>
            <a:ext cx="3180318" cy="5143500"/>
          </a:xfrm>
          <a:prstGeom prst="rect">
            <a:avLst/>
          </a:prstGeom>
        </p:spPr>
      </p:pic>
      <p:sp>
        <p:nvSpPr>
          <p:cNvPr id="7" name="Freeform: Shape 6">
            <a:extLst>
              <a:ext uri="{FF2B5EF4-FFF2-40B4-BE49-F238E27FC236}">
                <a16:creationId xmlns:a16="http://schemas.microsoft.com/office/drawing/2014/main" id="{32FAFF1B-D695-4F04-8B58-692674CF4A5C}"/>
              </a:ext>
            </a:extLst>
          </p:cNvPr>
          <p:cNvSpPr>
            <a:spLocks noChangeAspect="1"/>
          </p:cNvSpPr>
          <p:nvPr userDrawn="1"/>
        </p:nvSpPr>
        <p:spPr>
          <a:xfrm>
            <a:off x="8570473" y="4701166"/>
            <a:ext cx="213389" cy="233831"/>
          </a:xfrm>
          <a:custGeom>
            <a:avLst/>
            <a:gdLst>
              <a:gd name="connsiteX0" fmla="*/ 0 w 3106057"/>
              <a:gd name="connsiteY0" fmla="*/ 711200 h 3403600"/>
              <a:gd name="connsiteX1" fmla="*/ 3106057 w 3106057"/>
              <a:gd name="connsiteY1" fmla="*/ 0 h 3403600"/>
              <a:gd name="connsiteX2" fmla="*/ 3106057 w 3106057"/>
              <a:gd name="connsiteY2" fmla="*/ 3403600 h 3403600"/>
              <a:gd name="connsiteX3" fmla="*/ 449943 w 3106057"/>
              <a:gd name="connsiteY3" fmla="*/ 3222171 h 3403600"/>
              <a:gd name="connsiteX4" fmla="*/ 0 w 3106057"/>
              <a:gd name="connsiteY4" fmla="*/ 711200 h 3403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106057" h="3403600">
                <a:moveTo>
                  <a:pt x="0" y="711200"/>
                </a:moveTo>
                <a:lnTo>
                  <a:pt x="3106057" y="0"/>
                </a:lnTo>
                <a:lnTo>
                  <a:pt x="3106057" y="3403600"/>
                </a:lnTo>
                <a:lnTo>
                  <a:pt x="449943" y="3222171"/>
                </a:lnTo>
                <a:lnTo>
                  <a:pt x="0" y="7112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A9D5294-8509-42D7-B32F-8FB3BCBBB9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8775" y="376238"/>
            <a:ext cx="5464509" cy="675727"/>
          </a:xfrm>
        </p:spPr>
        <p:txBody>
          <a:bodyPr/>
          <a:lstStyle>
            <a:lvl1pPr>
              <a:lnSpc>
                <a:spcPts val="4400"/>
              </a:lnSpc>
              <a:defRPr sz="4000">
                <a:latin typeface="Gill Sans Nova Light" panose="020B0302020104020203" pitchFamily="34" charset="0"/>
              </a:defRPr>
            </a:lvl1pPr>
          </a:lstStyle>
          <a:p>
            <a:r>
              <a:rPr lang="de-CH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7F3237B-A6D8-401E-A0E8-75ED37DDC0F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8775" y="1644650"/>
            <a:ext cx="5000404" cy="2841625"/>
          </a:xfrm>
        </p:spPr>
        <p:txBody>
          <a:bodyPr>
            <a:normAutofit/>
          </a:bodyPr>
          <a:lstStyle>
            <a:lvl1pPr marL="396000" indent="-396000">
              <a:spcAft>
                <a:spcPts val="600"/>
              </a:spcAft>
              <a:buFont typeface="+mj-lt"/>
              <a:buAutoNum type="arabicPeriod"/>
              <a:defRPr sz="1600"/>
            </a:lvl1pPr>
            <a:lvl2pPr marL="342900" indent="-342900">
              <a:spcAft>
                <a:spcPts val="600"/>
              </a:spcAft>
              <a:buFont typeface="+mj-lt"/>
              <a:buAutoNum type="arabicPeriod"/>
              <a:defRPr sz="1600"/>
            </a:lvl2pPr>
            <a:lvl3pPr marL="342900" indent="-342900">
              <a:spcAft>
                <a:spcPts val="600"/>
              </a:spcAft>
              <a:buFont typeface="+mj-lt"/>
              <a:buAutoNum type="arabicPeriod"/>
              <a:defRPr sz="1600"/>
            </a:lvl3pPr>
            <a:lvl4pPr marL="342900" indent="-342900">
              <a:spcAft>
                <a:spcPts val="600"/>
              </a:spcAft>
              <a:buFont typeface="+mj-lt"/>
              <a:buAutoNum type="arabicPeriod"/>
              <a:defRPr sz="1600"/>
            </a:lvl4pPr>
            <a:lvl5pPr marL="342900" indent="-342900">
              <a:spcAft>
                <a:spcPts val="600"/>
              </a:spcAft>
              <a:buFont typeface="+mj-lt"/>
              <a:buAutoNum type="arabicPeriod"/>
              <a:defRPr sz="1600"/>
            </a:lvl5pPr>
          </a:lstStyle>
          <a:p>
            <a:pPr lvl="0"/>
            <a:r>
              <a:rPr lang="de-CH" dirty="0"/>
              <a:t>Click </a:t>
            </a:r>
            <a:r>
              <a:rPr lang="de-CH" dirty="0" err="1"/>
              <a:t>to</a:t>
            </a:r>
            <a:r>
              <a:rPr lang="de-CH" dirty="0"/>
              <a:t> </a:t>
            </a:r>
            <a:r>
              <a:rPr lang="de-CH" dirty="0" err="1"/>
              <a:t>edit</a:t>
            </a:r>
            <a:r>
              <a:rPr lang="de-CH" dirty="0"/>
              <a:t> Master </a:t>
            </a:r>
            <a:r>
              <a:rPr lang="de-CH" dirty="0" err="1"/>
              <a:t>text</a:t>
            </a:r>
            <a:r>
              <a:rPr lang="de-CH" dirty="0"/>
              <a:t> </a:t>
            </a:r>
            <a:r>
              <a:rPr lang="de-CH" dirty="0" err="1"/>
              <a:t>styles</a:t>
            </a:r>
            <a:endParaRPr lang="de-CH" dirty="0"/>
          </a:p>
        </p:txBody>
      </p:sp>
      <p:sp>
        <p:nvSpPr>
          <p:cNvPr id="10" name="Rectangle 9" descr="{&quot;templafy&quot;:{&quot;id&quot;:&quot;53bf07fa-8816-4ee3-befc-695b0a7137d8&quot;}}">
            <a:extLst>
              <a:ext uri="{FF2B5EF4-FFF2-40B4-BE49-F238E27FC236}">
                <a16:creationId xmlns:a16="http://schemas.microsoft.com/office/drawing/2014/main" id="{AA1C14F3-85E4-47DF-A8F9-0A6C945C6727}"/>
              </a:ext>
            </a:extLst>
          </p:cNvPr>
          <p:cNvSpPr/>
          <p:nvPr userDrawn="1"/>
        </p:nvSpPr>
        <p:spPr>
          <a:xfrm>
            <a:off x="2516261" y="4767263"/>
            <a:ext cx="3307023" cy="22540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l"/>
            <a:endParaRPr lang="de-CH" sz="800">
              <a:solidFill>
                <a:schemeClr val="tx1"/>
              </a:solidFill>
            </a:endParaRPr>
          </a:p>
        </p:txBody>
      </p:sp>
      <p:pic>
        <p:nvPicPr>
          <p:cNvPr id="1301011152" name="Rectangle 10" descr="{&quot;templafy&quot;:{&quot;id&quot;:&quot;0a928257-12dc-4a17-9157-4e46e92e3a36&quot;}}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8775" y="4668427"/>
            <a:ext cx="964800" cy="208800"/>
          </a:xfrm>
          <a:prstGeom prst="rect">
            <a:avLst/>
          </a:prstGeom>
        </p:spPr>
      </p:pic>
      <p:sp>
        <p:nvSpPr>
          <p:cNvPr id="13" name="Rectangle 12" descr="{&quot;templafy&quot;:{&quot;id&quot;:&quot;d0dd0247-bfa1-4889-82c6-0953b2c69054&quot;}}" hidden="1">
            <a:extLst>
              <a:ext uri="{FF2B5EF4-FFF2-40B4-BE49-F238E27FC236}">
                <a16:creationId xmlns:a16="http://schemas.microsoft.com/office/drawing/2014/main" id="{829DC8B1-9D54-4E8C-B174-7B9355FD57F9}"/>
              </a:ext>
            </a:extLst>
          </p:cNvPr>
          <p:cNvSpPr/>
          <p:nvPr userDrawn="1"/>
        </p:nvSpPr>
        <p:spPr>
          <a:xfrm>
            <a:off x="358775" y="4768290"/>
            <a:ext cx="2569063" cy="18850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l"/>
            <a:r>
              <a:rPr lang="de-CH" sz="800" u="none">
                <a:solidFill>
                  <a:schemeClr val="tx1"/>
                </a:solidFill>
              </a:rPr>
              <a:t>Universität St.Gallen (HSG)</a:t>
            </a:r>
          </a:p>
        </p:txBody>
      </p:sp>
      <p:sp>
        <p:nvSpPr>
          <p:cNvPr id="3" name="Slide Number Placeholder 6">
            <a:extLst>
              <a:ext uri="{FF2B5EF4-FFF2-40B4-BE49-F238E27FC236}">
                <a16:creationId xmlns:a16="http://schemas.microsoft.com/office/drawing/2014/main" id="{FE74E375-649A-23E1-1CA8-CD5DD99418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71600" y="4767263"/>
            <a:ext cx="216000" cy="273844"/>
          </a:xfrm>
        </p:spPr>
        <p:txBody>
          <a:bodyPr/>
          <a:lstStyle>
            <a:lvl1pPr>
              <a:defRPr/>
            </a:lvl1pPr>
          </a:lstStyle>
          <a:p>
            <a:fld id="{EFB65BD9-6C2D-1445-A067-B85451F2417B}" type="slidenum">
              <a:rPr lang="de-CH" smtClean="0"/>
              <a:pPr/>
              <a:t>‹#›</a:t>
            </a:fld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23413945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apiteltrenner 1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4B88CA-EB6E-49E8-8E20-86448C5223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8000" y="376238"/>
            <a:ext cx="7237225" cy="2496171"/>
          </a:xfrm>
        </p:spPr>
        <p:txBody>
          <a:bodyPr anchor="b">
            <a:normAutofit/>
          </a:bodyPr>
          <a:lstStyle>
            <a:lvl1pPr marL="0" indent="0" algn="l">
              <a:lnSpc>
                <a:spcPts val="5200"/>
              </a:lnSpc>
              <a:buFont typeface="+mj-lt"/>
              <a:buNone/>
              <a:defRPr sz="5000">
                <a:solidFill>
                  <a:schemeClr val="bg2"/>
                </a:solidFill>
                <a:latin typeface="Gill Sans Nova Light" panose="020B0302020104020203" pitchFamily="34" charset="0"/>
              </a:defRPr>
            </a:lvl1pPr>
          </a:lstStyle>
          <a:p>
            <a:r>
              <a:rPr lang="de-CH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182261-379D-435B-BB30-A2A9B6CF3E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48000" y="3001618"/>
            <a:ext cx="6025617" cy="1478308"/>
          </a:xfrm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chemeClr val="bg2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CH"/>
              <a:t>Click to edit Master text styles</a:t>
            </a:r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AA3A5247-554A-42FF-BCCF-A11D65465AA4}"/>
              </a:ext>
            </a:extLst>
          </p:cNvPr>
          <p:cNvSpPr>
            <a:spLocks noChangeAspect="1"/>
          </p:cNvSpPr>
          <p:nvPr userDrawn="1"/>
        </p:nvSpPr>
        <p:spPr>
          <a:xfrm>
            <a:off x="4572001" y="3166310"/>
            <a:ext cx="4572000" cy="5009983"/>
          </a:xfrm>
          <a:custGeom>
            <a:avLst/>
            <a:gdLst>
              <a:gd name="connsiteX0" fmla="*/ 0 w 3106057"/>
              <a:gd name="connsiteY0" fmla="*/ 711200 h 3403600"/>
              <a:gd name="connsiteX1" fmla="*/ 3106057 w 3106057"/>
              <a:gd name="connsiteY1" fmla="*/ 0 h 3403600"/>
              <a:gd name="connsiteX2" fmla="*/ 3106057 w 3106057"/>
              <a:gd name="connsiteY2" fmla="*/ 3403600 h 3403600"/>
              <a:gd name="connsiteX3" fmla="*/ 449943 w 3106057"/>
              <a:gd name="connsiteY3" fmla="*/ 3222171 h 3403600"/>
              <a:gd name="connsiteX4" fmla="*/ 0 w 3106057"/>
              <a:gd name="connsiteY4" fmla="*/ 711200 h 3403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106057" h="3403600">
                <a:moveTo>
                  <a:pt x="0" y="711200"/>
                </a:moveTo>
                <a:lnTo>
                  <a:pt x="3106057" y="0"/>
                </a:lnTo>
                <a:lnTo>
                  <a:pt x="3106057" y="3403600"/>
                </a:lnTo>
                <a:lnTo>
                  <a:pt x="449943" y="3222171"/>
                </a:lnTo>
                <a:lnTo>
                  <a:pt x="0" y="7112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8672474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apiteltrenner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4">
            <a:extLst>
              <a:ext uri="{FF2B5EF4-FFF2-40B4-BE49-F238E27FC236}">
                <a16:creationId xmlns:a16="http://schemas.microsoft.com/office/drawing/2014/main" id="{DC68F798-C07C-4BF8-8573-0552735B83EA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9144000" cy="5143500"/>
          </a:xfrm>
        </p:spPr>
        <p:txBody>
          <a:bodyPr/>
          <a:lstStyle/>
          <a:p>
            <a:r>
              <a:rPr lang="de-CH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74B88CA-EB6E-49E8-8E20-86448C5223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8000" y="376238"/>
            <a:ext cx="7237225" cy="2496171"/>
          </a:xfrm>
        </p:spPr>
        <p:txBody>
          <a:bodyPr anchor="b">
            <a:normAutofit/>
          </a:bodyPr>
          <a:lstStyle>
            <a:lvl1pPr marL="0" indent="0" algn="l">
              <a:lnSpc>
                <a:spcPts val="5200"/>
              </a:lnSpc>
              <a:buFont typeface="+mj-lt"/>
              <a:buNone/>
              <a:defRPr sz="5000">
                <a:solidFill>
                  <a:schemeClr val="tx1"/>
                </a:solidFill>
                <a:latin typeface="Gill Sans Nova Light" panose="020B0302020104020203" pitchFamily="34" charset="0"/>
              </a:defRPr>
            </a:lvl1pPr>
          </a:lstStyle>
          <a:p>
            <a:r>
              <a:rPr lang="de-CH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182261-379D-435B-BB30-A2A9B6CF3E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48000" y="3001618"/>
            <a:ext cx="6025617" cy="1478308"/>
          </a:xfrm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CH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2511387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zwei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15543F47-BCA1-4586-9B7A-452F67C480C8}"/>
              </a:ext>
            </a:extLst>
          </p:cNvPr>
          <p:cNvSpPr>
            <a:spLocks noChangeAspect="1"/>
          </p:cNvSpPr>
          <p:nvPr userDrawn="1"/>
        </p:nvSpPr>
        <p:spPr>
          <a:xfrm>
            <a:off x="8570473" y="4701166"/>
            <a:ext cx="213389" cy="233831"/>
          </a:xfrm>
          <a:custGeom>
            <a:avLst/>
            <a:gdLst>
              <a:gd name="connsiteX0" fmla="*/ 0 w 3106057"/>
              <a:gd name="connsiteY0" fmla="*/ 711200 h 3403600"/>
              <a:gd name="connsiteX1" fmla="*/ 3106057 w 3106057"/>
              <a:gd name="connsiteY1" fmla="*/ 0 h 3403600"/>
              <a:gd name="connsiteX2" fmla="*/ 3106057 w 3106057"/>
              <a:gd name="connsiteY2" fmla="*/ 3403600 h 3403600"/>
              <a:gd name="connsiteX3" fmla="*/ 449943 w 3106057"/>
              <a:gd name="connsiteY3" fmla="*/ 3222171 h 3403600"/>
              <a:gd name="connsiteX4" fmla="*/ 0 w 3106057"/>
              <a:gd name="connsiteY4" fmla="*/ 711200 h 3403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106057" h="3403600">
                <a:moveTo>
                  <a:pt x="0" y="711200"/>
                </a:moveTo>
                <a:lnTo>
                  <a:pt x="3106057" y="0"/>
                </a:lnTo>
                <a:lnTo>
                  <a:pt x="3106057" y="3403600"/>
                </a:lnTo>
                <a:lnTo>
                  <a:pt x="449943" y="3222171"/>
                </a:lnTo>
                <a:lnTo>
                  <a:pt x="0" y="7112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E04952E-FCB6-493B-899A-78F0FFCB3F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D7A6B4-FE62-49DA-AB92-A00E16DDD41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58776" y="1276349"/>
            <a:ext cx="4122738" cy="3203576"/>
          </a:xfrm>
        </p:spPr>
        <p:txBody>
          <a:bodyPr>
            <a:normAutofit/>
          </a:bodyPr>
          <a:lstStyle/>
          <a:p>
            <a:pPr lvl="0"/>
            <a:r>
              <a:rPr lang="de-CH"/>
              <a:t>Click to edit Master text styles</a:t>
            </a:r>
          </a:p>
          <a:p>
            <a:pPr lvl="1"/>
            <a:r>
              <a:rPr lang="de-CH"/>
              <a:t>Second level</a:t>
            </a:r>
          </a:p>
          <a:p>
            <a:pPr lvl="2"/>
            <a:r>
              <a:rPr lang="de-CH"/>
              <a:t>Third level</a:t>
            </a:r>
          </a:p>
          <a:p>
            <a:pPr lvl="3"/>
            <a:r>
              <a:rPr lang="de-CH"/>
              <a:t>Fourth level</a:t>
            </a:r>
          </a:p>
          <a:p>
            <a:pPr lvl="4"/>
            <a:r>
              <a:rPr lang="de-CH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44DB25E-F340-4288-90DE-3831A8F499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62487" y="1276350"/>
            <a:ext cx="4122737" cy="3203575"/>
          </a:xfrm>
        </p:spPr>
        <p:txBody>
          <a:bodyPr>
            <a:normAutofit/>
          </a:bodyPr>
          <a:lstStyle/>
          <a:p>
            <a:pPr lvl="0"/>
            <a:r>
              <a:rPr lang="de-CH"/>
              <a:t>Click to edit Master text styles</a:t>
            </a:r>
          </a:p>
          <a:p>
            <a:pPr lvl="1"/>
            <a:r>
              <a:rPr lang="de-CH"/>
              <a:t>Second level</a:t>
            </a:r>
          </a:p>
          <a:p>
            <a:pPr lvl="2"/>
            <a:r>
              <a:rPr lang="de-CH"/>
              <a:t>Third level</a:t>
            </a:r>
          </a:p>
          <a:p>
            <a:pPr lvl="3"/>
            <a:r>
              <a:rPr lang="de-CH"/>
              <a:t>Fourth level</a:t>
            </a:r>
          </a:p>
          <a:p>
            <a:pPr lvl="4"/>
            <a:r>
              <a:rPr lang="de-CH"/>
              <a:t>Fifth level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E2CF5E38-DB35-4A9B-8D0E-E97D18CDB2B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7559FC98-AF75-4A00-A03C-DF9FEBF6BCB9}" type="slidenum">
              <a:rPr lang="de-CH" smtClean="0"/>
              <a:pPr/>
              <a:t>‹#›</a:t>
            </a:fld>
            <a:endParaRPr lang="de-CH"/>
          </a:p>
        </p:txBody>
      </p:sp>
      <p:pic>
        <p:nvPicPr>
          <p:cNvPr id="1162765839" name="Rectangle 4" descr="{&quot;templafy&quot;:{&quot;id&quot;:&quot;0f923ebf-ecac-4c3b-9eee-f589d83bdab6&quot;}}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775" y="4668427"/>
            <a:ext cx="964800" cy="208800"/>
          </a:xfrm>
          <a:prstGeom prst="rect">
            <a:avLst/>
          </a:prstGeom>
        </p:spPr>
      </p:pic>
      <p:sp>
        <p:nvSpPr>
          <p:cNvPr id="6" name="Rectangle 5" descr="{&quot;templafy&quot;:{&quot;id&quot;:&quot;5b06311a-71f3-44fa-a67a-e32ae7c41729&quot;}}">
            <a:extLst>
              <a:ext uri="{FF2B5EF4-FFF2-40B4-BE49-F238E27FC236}">
                <a16:creationId xmlns:a16="http://schemas.microsoft.com/office/drawing/2014/main" id="{4E03CCCD-CB66-429F-BC77-64B5370808F2}"/>
              </a:ext>
            </a:extLst>
          </p:cNvPr>
          <p:cNvSpPr/>
          <p:nvPr userDrawn="1"/>
        </p:nvSpPr>
        <p:spPr>
          <a:xfrm>
            <a:off x="2516261" y="4767263"/>
            <a:ext cx="3884539" cy="22540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l"/>
            <a:endParaRPr lang="de-CH" sz="800">
              <a:solidFill>
                <a:schemeClr val="tx1"/>
              </a:solidFill>
            </a:endParaRPr>
          </a:p>
        </p:txBody>
      </p:sp>
      <p:sp>
        <p:nvSpPr>
          <p:cNvPr id="7" name="Rectangle 6" descr="{&quot;templafy&quot;:{&quot;id&quot;:&quot;0413ad6c-3c44-44f0-ad2b-154fcc172b88&quot;}}" hidden="1">
            <a:extLst>
              <a:ext uri="{FF2B5EF4-FFF2-40B4-BE49-F238E27FC236}">
                <a16:creationId xmlns:a16="http://schemas.microsoft.com/office/drawing/2014/main" id="{B915E154-BDC4-452C-BDE7-882BE349B509}"/>
              </a:ext>
            </a:extLst>
          </p:cNvPr>
          <p:cNvSpPr/>
          <p:nvPr userDrawn="1"/>
        </p:nvSpPr>
        <p:spPr>
          <a:xfrm>
            <a:off x="358775" y="4768290"/>
            <a:ext cx="2569063" cy="18850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l"/>
            <a:r>
              <a:rPr lang="de-CH" sz="800" u="none">
                <a:solidFill>
                  <a:schemeClr val="tx1"/>
                </a:solidFill>
              </a:rPr>
              <a:t>Universität St.Gallen (HSG)</a:t>
            </a:r>
          </a:p>
        </p:txBody>
      </p:sp>
    </p:spTree>
    <p:extLst>
      <p:ext uri="{BB962C8B-B14F-4D97-AF65-F5344CB8AC3E}">
        <p14:creationId xmlns:p14="http://schemas.microsoft.com/office/powerpoint/2010/main" val="8505425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32FAFF1B-D695-4F04-8B58-692674CF4A5C}"/>
              </a:ext>
            </a:extLst>
          </p:cNvPr>
          <p:cNvSpPr>
            <a:spLocks noChangeAspect="1"/>
          </p:cNvSpPr>
          <p:nvPr userDrawn="1"/>
        </p:nvSpPr>
        <p:spPr>
          <a:xfrm>
            <a:off x="8570473" y="4701166"/>
            <a:ext cx="213389" cy="233831"/>
          </a:xfrm>
          <a:custGeom>
            <a:avLst/>
            <a:gdLst>
              <a:gd name="connsiteX0" fmla="*/ 0 w 3106057"/>
              <a:gd name="connsiteY0" fmla="*/ 711200 h 3403600"/>
              <a:gd name="connsiteX1" fmla="*/ 3106057 w 3106057"/>
              <a:gd name="connsiteY1" fmla="*/ 0 h 3403600"/>
              <a:gd name="connsiteX2" fmla="*/ 3106057 w 3106057"/>
              <a:gd name="connsiteY2" fmla="*/ 3403600 h 3403600"/>
              <a:gd name="connsiteX3" fmla="*/ 449943 w 3106057"/>
              <a:gd name="connsiteY3" fmla="*/ 3222171 h 3403600"/>
              <a:gd name="connsiteX4" fmla="*/ 0 w 3106057"/>
              <a:gd name="connsiteY4" fmla="*/ 711200 h 3403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106057" h="3403600">
                <a:moveTo>
                  <a:pt x="0" y="711200"/>
                </a:moveTo>
                <a:lnTo>
                  <a:pt x="3106057" y="0"/>
                </a:lnTo>
                <a:lnTo>
                  <a:pt x="3106057" y="3403600"/>
                </a:lnTo>
                <a:lnTo>
                  <a:pt x="449943" y="3222171"/>
                </a:lnTo>
                <a:lnTo>
                  <a:pt x="0" y="7112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A9D5294-8509-42D7-B32F-8FB3BCBBB9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1DFF60-9E69-4915-A0DD-67FF253288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de-CH"/>
              <a:t>Click to edit Master text styles</a:t>
            </a:r>
          </a:p>
          <a:p>
            <a:pPr lvl="1"/>
            <a:r>
              <a:rPr lang="de-CH"/>
              <a:t>Second level</a:t>
            </a:r>
          </a:p>
          <a:p>
            <a:pPr lvl="2"/>
            <a:r>
              <a:rPr lang="de-CH"/>
              <a:t>Third level</a:t>
            </a:r>
          </a:p>
          <a:p>
            <a:pPr lvl="3"/>
            <a:r>
              <a:rPr lang="de-CH"/>
              <a:t>Fourth level</a:t>
            </a:r>
          </a:p>
          <a:p>
            <a:pPr lvl="4"/>
            <a:r>
              <a:rPr lang="de-CH"/>
              <a:t>Fifth level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1CB9FAC9-1E0D-44F5-8B7F-C8D103F40B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70473" y="4767263"/>
            <a:ext cx="214752" cy="273844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7559FC98-AF75-4A00-A03C-DF9FEBF6BCB9}" type="slidenum">
              <a:rPr lang="de-CH" smtClean="0"/>
              <a:pPr/>
              <a:t>‹#›</a:t>
            </a:fld>
            <a:endParaRPr lang="de-CH"/>
          </a:p>
        </p:txBody>
      </p:sp>
      <p:pic>
        <p:nvPicPr>
          <p:cNvPr id="1969389348" name="Rectangle 11" descr="{&quot;templafy&quot;:{&quot;id&quot;:&quot;e3bedeca-eba2-4a84-9990-56101ef3cee9&quot;}}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775" y="4668427"/>
            <a:ext cx="964800" cy="208800"/>
          </a:xfrm>
          <a:prstGeom prst="rect">
            <a:avLst/>
          </a:prstGeom>
        </p:spPr>
      </p:pic>
      <p:sp>
        <p:nvSpPr>
          <p:cNvPr id="13" name="Rectangle 12" descr="{&quot;templafy&quot;:{&quot;id&quot;:&quot;4837f63c-0db4-4fa9-bc7b-3594baaef131&quot;}}">
            <a:extLst>
              <a:ext uri="{FF2B5EF4-FFF2-40B4-BE49-F238E27FC236}">
                <a16:creationId xmlns:a16="http://schemas.microsoft.com/office/drawing/2014/main" id="{B5B29C83-7B2A-4E20-895A-585B8348684F}"/>
              </a:ext>
            </a:extLst>
          </p:cNvPr>
          <p:cNvSpPr/>
          <p:nvPr userDrawn="1"/>
        </p:nvSpPr>
        <p:spPr>
          <a:xfrm>
            <a:off x="2516261" y="4767263"/>
            <a:ext cx="3884539" cy="22540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l"/>
            <a:endParaRPr lang="de-CH" sz="800">
              <a:solidFill>
                <a:schemeClr val="tx1"/>
              </a:solidFill>
            </a:endParaRPr>
          </a:p>
        </p:txBody>
      </p:sp>
      <p:sp>
        <p:nvSpPr>
          <p:cNvPr id="9" name="Rectangle 8" descr="{&quot;templafy&quot;:{&quot;id&quot;:&quot;feecb5d8-c1f3-4329-b9c1-1de882865d5b&quot;}}" hidden="1">
            <a:extLst>
              <a:ext uri="{FF2B5EF4-FFF2-40B4-BE49-F238E27FC236}">
                <a16:creationId xmlns:a16="http://schemas.microsoft.com/office/drawing/2014/main" id="{2B2F7145-7DCA-4B3F-A8AE-07622CB5DF8E}"/>
              </a:ext>
            </a:extLst>
          </p:cNvPr>
          <p:cNvSpPr/>
          <p:nvPr userDrawn="1"/>
        </p:nvSpPr>
        <p:spPr>
          <a:xfrm>
            <a:off x="358775" y="4768290"/>
            <a:ext cx="2569063" cy="18850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l"/>
            <a:r>
              <a:rPr lang="de-CH" sz="800" u="none">
                <a:solidFill>
                  <a:schemeClr val="tx1"/>
                </a:solidFill>
              </a:rPr>
              <a:t>Universität St.Gallen (HSG)</a:t>
            </a:r>
          </a:p>
        </p:txBody>
      </p:sp>
    </p:spTree>
    <p:extLst>
      <p:ext uri="{BB962C8B-B14F-4D97-AF65-F5344CB8AC3E}">
        <p14:creationId xmlns:p14="http://schemas.microsoft.com/office/powerpoint/2010/main" val="41541113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zwei Bi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1B4469C7-7D0E-49E1-8F7D-6E7D287176ED}"/>
              </a:ext>
            </a:extLst>
          </p:cNvPr>
          <p:cNvSpPr>
            <a:spLocks noChangeAspect="1"/>
          </p:cNvSpPr>
          <p:nvPr userDrawn="1"/>
        </p:nvSpPr>
        <p:spPr>
          <a:xfrm>
            <a:off x="8570473" y="4701166"/>
            <a:ext cx="213389" cy="233831"/>
          </a:xfrm>
          <a:custGeom>
            <a:avLst/>
            <a:gdLst>
              <a:gd name="connsiteX0" fmla="*/ 0 w 3106057"/>
              <a:gd name="connsiteY0" fmla="*/ 711200 h 3403600"/>
              <a:gd name="connsiteX1" fmla="*/ 3106057 w 3106057"/>
              <a:gd name="connsiteY1" fmla="*/ 0 h 3403600"/>
              <a:gd name="connsiteX2" fmla="*/ 3106057 w 3106057"/>
              <a:gd name="connsiteY2" fmla="*/ 3403600 h 3403600"/>
              <a:gd name="connsiteX3" fmla="*/ 449943 w 3106057"/>
              <a:gd name="connsiteY3" fmla="*/ 3222171 h 3403600"/>
              <a:gd name="connsiteX4" fmla="*/ 0 w 3106057"/>
              <a:gd name="connsiteY4" fmla="*/ 711200 h 3403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106057" h="3403600">
                <a:moveTo>
                  <a:pt x="0" y="711200"/>
                </a:moveTo>
                <a:lnTo>
                  <a:pt x="3106057" y="0"/>
                </a:lnTo>
                <a:lnTo>
                  <a:pt x="3106057" y="3403600"/>
                </a:lnTo>
                <a:lnTo>
                  <a:pt x="449943" y="3222171"/>
                </a:lnTo>
                <a:lnTo>
                  <a:pt x="0" y="7112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E04952E-FCB6-493B-899A-78F0FFCB3F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/>
              <a:t>Click to edit Master title style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AD794AC-1E69-4E4D-9E6D-26F34827B2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59FC98-AF75-4A00-A03C-DF9FEBF6BCB9}" type="slidenum">
              <a:rPr lang="de-CH" smtClean="0"/>
              <a:t>‹#›</a:t>
            </a:fld>
            <a:endParaRPr lang="de-CH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46547A73-96B4-4B49-A320-28015EA72F8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58774" y="1276350"/>
            <a:ext cx="4213225" cy="3203576"/>
          </a:xfrm>
        </p:spPr>
        <p:txBody>
          <a:bodyPr/>
          <a:lstStyle/>
          <a:p>
            <a:r>
              <a:rPr lang="de-CH"/>
              <a:t>Click icon to add picture</a:t>
            </a:r>
          </a:p>
        </p:txBody>
      </p:sp>
      <p:sp>
        <p:nvSpPr>
          <p:cNvPr id="11" name="Picture Placeholder 9">
            <a:extLst>
              <a:ext uri="{FF2B5EF4-FFF2-40B4-BE49-F238E27FC236}">
                <a16:creationId xmlns:a16="http://schemas.microsoft.com/office/drawing/2014/main" id="{43F6FA5C-D25E-4346-815E-CF6B33F724AB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572000" y="1276350"/>
            <a:ext cx="4213225" cy="3203575"/>
          </a:xfrm>
        </p:spPr>
        <p:txBody>
          <a:bodyPr/>
          <a:lstStyle/>
          <a:p>
            <a:r>
              <a:rPr lang="de-CH"/>
              <a:t>Click icon to add picture</a:t>
            </a:r>
          </a:p>
        </p:txBody>
      </p:sp>
      <p:pic>
        <p:nvPicPr>
          <p:cNvPr id="745260842" name="Rectangle 13" descr="{&quot;templafy&quot;:{&quot;id&quot;:&quot;7a436c19-af92-4287-aded-6d3e77d02c04&quot;}}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775" y="4668427"/>
            <a:ext cx="964800" cy="208800"/>
          </a:xfrm>
          <a:prstGeom prst="rect">
            <a:avLst/>
          </a:prstGeom>
        </p:spPr>
      </p:pic>
      <p:sp>
        <p:nvSpPr>
          <p:cNvPr id="13" name="Rectangle 12" descr="{&quot;templafy&quot;:{&quot;id&quot;:&quot;b19d27ff-9ea5-4779-b743-414fcc9ad840&quot;}}">
            <a:extLst>
              <a:ext uri="{FF2B5EF4-FFF2-40B4-BE49-F238E27FC236}">
                <a16:creationId xmlns:a16="http://schemas.microsoft.com/office/drawing/2014/main" id="{D1217118-5A25-4DE0-99F7-B3460244BBBE}"/>
              </a:ext>
            </a:extLst>
          </p:cNvPr>
          <p:cNvSpPr/>
          <p:nvPr userDrawn="1"/>
        </p:nvSpPr>
        <p:spPr>
          <a:xfrm>
            <a:off x="2516261" y="4767263"/>
            <a:ext cx="3884539" cy="22540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l"/>
            <a:endParaRPr lang="de-CH" sz="800">
              <a:solidFill>
                <a:schemeClr val="tx1"/>
              </a:solidFill>
            </a:endParaRPr>
          </a:p>
        </p:txBody>
      </p:sp>
      <p:sp>
        <p:nvSpPr>
          <p:cNvPr id="15" name="Rectangle 14" descr="{&quot;templafy&quot;:{&quot;id&quot;:&quot;bd11cdc7-dd72-4c4a-8b4f-a283d597c128&quot;}}" hidden="1">
            <a:extLst>
              <a:ext uri="{FF2B5EF4-FFF2-40B4-BE49-F238E27FC236}">
                <a16:creationId xmlns:a16="http://schemas.microsoft.com/office/drawing/2014/main" id="{544AC9A2-9666-4133-BC67-BE44B6459332}"/>
              </a:ext>
            </a:extLst>
          </p:cNvPr>
          <p:cNvSpPr/>
          <p:nvPr userDrawn="1"/>
        </p:nvSpPr>
        <p:spPr>
          <a:xfrm>
            <a:off x="358775" y="4768290"/>
            <a:ext cx="2569063" cy="18850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l"/>
            <a:r>
              <a:rPr lang="de-CH" sz="800" u="none">
                <a:solidFill>
                  <a:schemeClr val="tx1"/>
                </a:solidFill>
              </a:rPr>
              <a:t>Universität St.Gallen (HSG)</a:t>
            </a:r>
          </a:p>
        </p:txBody>
      </p:sp>
    </p:spTree>
    <p:extLst>
      <p:ext uri="{BB962C8B-B14F-4D97-AF65-F5344CB8AC3E}">
        <p14:creationId xmlns:p14="http://schemas.microsoft.com/office/powerpoint/2010/main" val="34796761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ei Bilder mit Le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FFEC9FF2-0829-44EA-809D-F5C42173624F}"/>
              </a:ext>
            </a:extLst>
          </p:cNvPr>
          <p:cNvSpPr>
            <a:spLocks noChangeAspect="1"/>
          </p:cNvSpPr>
          <p:nvPr userDrawn="1"/>
        </p:nvSpPr>
        <p:spPr>
          <a:xfrm>
            <a:off x="8570473" y="4701166"/>
            <a:ext cx="213389" cy="233831"/>
          </a:xfrm>
          <a:custGeom>
            <a:avLst/>
            <a:gdLst>
              <a:gd name="connsiteX0" fmla="*/ 0 w 3106057"/>
              <a:gd name="connsiteY0" fmla="*/ 711200 h 3403600"/>
              <a:gd name="connsiteX1" fmla="*/ 3106057 w 3106057"/>
              <a:gd name="connsiteY1" fmla="*/ 0 h 3403600"/>
              <a:gd name="connsiteX2" fmla="*/ 3106057 w 3106057"/>
              <a:gd name="connsiteY2" fmla="*/ 3403600 h 3403600"/>
              <a:gd name="connsiteX3" fmla="*/ 449943 w 3106057"/>
              <a:gd name="connsiteY3" fmla="*/ 3222171 h 3403600"/>
              <a:gd name="connsiteX4" fmla="*/ 0 w 3106057"/>
              <a:gd name="connsiteY4" fmla="*/ 711200 h 3403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106057" h="3403600">
                <a:moveTo>
                  <a:pt x="0" y="711200"/>
                </a:moveTo>
                <a:lnTo>
                  <a:pt x="3106057" y="0"/>
                </a:lnTo>
                <a:lnTo>
                  <a:pt x="3106057" y="3403600"/>
                </a:lnTo>
                <a:lnTo>
                  <a:pt x="449943" y="3222171"/>
                </a:lnTo>
                <a:lnTo>
                  <a:pt x="0" y="7112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AD794AC-1E69-4E4D-9E6D-26F34827B2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59FC98-AF75-4A00-A03C-DF9FEBF6BCB9}" type="slidenum">
              <a:rPr lang="de-CH" smtClean="0"/>
              <a:t>‹#›</a:t>
            </a:fld>
            <a:endParaRPr lang="de-CH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46547A73-96B4-4B49-A320-28015EA72F8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4571999" cy="3887599"/>
          </a:xfrm>
        </p:spPr>
        <p:txBody>
          <a:bodyPr/>
          <a:lstStyle/>
          <a:p>
            <a:r>
              <a:rPr lang="de-CH"/>
              <a:t>Click icon to add picture</a:t>
            </a:r>
          </a:p>
        </p:txBody>
      </p:sp>
      <p:sp>
        <p:nvSpPr>
          <p:cNvPr id="11" name="Picture Placeholder 9">
            <a:extLst>
              <a:ext uri="{FF2B5EF4-FFF2-40B4-BE49-F238E27FC236}">
                <a16:creationId xmlns:a16="http://schemas.microsoft.com/office/drawing/2014/main" id="{43F6FA5C-D25E-4346-815E-CF6B33F724AB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572000" y="0"/>
            <a:ext cx="4572000" cy="3887599"/>
          </a:xfrm>
        </p:spPr>
        <p:txBody>
          <a:bodyPr/>
          <a:lstStyle/>
          <a:p>
            <a:r>
              <a:rPr lang="de-CH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19FAD45-6EEE-4522-8CA6-5189DCDD487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58775" y="3989388"/>
            <a:ext cx="4122738" cy="490537"/>
          </a:xfrm>
        </p:spPr>
        <p:txBody>
          <a:bodyPr anchor="b">
            <a:normAutofit/>
          </a:bodyPr>
          <a:lstStyle>
            <a:lvl1pPr marL="0" indent="0">
              <a:buFont typeface="Arial" panose="020B0604020202020204" pitchFamily="34" charset="0"/>
              <a:buNone/>
              <a:defRPr sz="1400"/>
            </a:lvl1pPr>
            <a:lvl2pPr marL="0" indent="0">
              <a:buNone/>
              <a:defRPr sz="1400"/>
            </a:lvl2pPr>
            <a:lvl3pPr marL="0" indent="0">
              <a:buNone/>
              <a:defRPr sz="1400"/>
            </a:lvl3pPr>
            <a:lvl4pPr marL="0" indent="0">
              <a:buNone/>
              <a:defRPr sz="1400"/>
            </a:lvl4pPr>
            <a:lvl5pPr marL="0" indent="0">
              <a:buFont typeface="Arial" panose="020B0604020202020204" pitchFamily="34" charset="0"/>
              <a:buNone/>
              <a:defRPr sz="1400"/>
            </a:lvl5pPr>
          </a:lstStyle>
          <a:p>
            <a:pPr lvl="0"/>
            <a:r>
              <a:rPr lang="de-CH"/>
              <a:t>Click to edit Master text styles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447F9A9E-BA08-4C8F-96E1-0E7C7D71B39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662487" y="3989387"/>
            <a:ext cx="4122738" cy="490537"/>
          </a:xfrm>
        </p:spPr>
        <p:txBody>
          <a:bodyPr anchor="b">
            <a:normAutofit/>
          </a:bodyPr>
          <a:lstStyle>
            <a:lvl1pPr marL="0" indent="0">
              <a:buFont typeface="Arial" panose="020B0604020202020204" pitchFamily="34" charset="0"/>
              <a:buNone/>
              <a:defRPr sz="1400"/>
            </a:lvl1pPr>
            <a:lvl2pPr marL="0" indent="0">
              <a:buNone/>
              <a:defRPr sz="1400"/>
            </a:lvl2pPr>
            <a:lvl3pPr marL="0" indent="0">
              <a:buNone/>
              <a:defRPr sz="1400"/>
            </a:lvl3pPr>
            <a:lvl4pPr marL="0" indent="0">
              <a:buNone/>
              <a:defRPr sz="1400"/>
            </a:lvl4pPr>
            <a:lvl5pPr marL="0" indent="0">
              <a:buFont typeface="Arial" panose="020B0604020202020204" pitchFamily="34" charset="0"/>
              <a:buNone/>
              <a:defRPr sz="1400"/>
            </a:lvl5pPr>
          </a:lstStyle>
          <a:p>
            <a:pPr lvl="0"/>
            <a:r>
              <a:rPr lang="de-CH"/>
              <a:t>Click to edit Master text styles</a:t>
            </a:r>
          </a:p>
        </p:txBody>
      </p:sp>
      <p:pic>
        <p:nvPicPr>
          <p:cNvPr id="987455837" name="Rectangle 14" descr="{&quot;templafy&quot;:{&quot;id&quot;:&quot;2d7582b5-0f6e-40c5-9616-4fb5a1f4074f&quot;}}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775" y="4668427"/>
            <a:ext cx="964800" cy="208800"/>
          </a:xfrm>
          <a:prstGeom prst="rect">
            <a:avLst/>
          </a:prstGeom>
        </p:spPr>
      </p:pic>
      <p:sp>
        <p:nvSpPr>
          <p:cNvPr id="14" name="Rectangle 13" descr="{&quot;templafy&quot;:{&quot;id&quot;:&quot;2c87faea-1a64-437a-bb7d-a71406fd4235&quot;}}">
            <a:extLst>
              <a:ext uri="{FF2B5EF4-FFF2-40B4-BE49-F238E27FC236}">
                <a16:creationId xmlns:a16="http://schemas.microsoft.com/office/drawing/2014/main" id="{EF755AF0-F63E-4747-9211-327C44DA029F}"/>
              </a:ext>
            </a:extLst>
          </p:cNvPr>
          <p:cNvSpPr/>
          <p:nvPr userDrawn="1"/>
        </p:nvSpPr>
        <p:spPr>
          <a:xfrm>
            <a:off x="2516261" y="4767263"/>
            <a:ext cx="3884539" cy="22540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l"/>
            <a:endParaRPr lang="de-CH" sz="800">
              <a:solidFill>
                <a:schemeClr val="tx1"/>
              </a:solidFill>
            </a:endParaRPr>
          </a:p>
        </p:txBody>
      </p:sp>
      <p:sp>
        <p:nvSpPr>
          <p:cNvPr id="16" name="Rectangle 15" descr="{&quot;templafy&quot;:{&quot;id&quot;:&quot;cd7f4376-dfc2-434e-bc16-7ac8af2f7f41&quot;}}" hidden="1">
            <a:extLst>
              <a:ext uri="{FF2B5EF4-FFF2-40B4-BE49-F238E27FC236}">
                <a16:creationId xmlns:a16="http://schemas.microsoft.com/office/drawing/2014/main" id="{97ACC166-7757-4B59-A180-1D797D03E7B1}"/>
              </a:ext>
            </a:extLst>
          </p:cNvPr>
          <p:cNvSpPr/>
          <p:nvPr userDrawn="1"/>
        </p:nvSpPr>
        <p:spPr>
          <a:xfrm>
            <a:off x="358775" y="4768290"/>
            <a:ext cx="2569063" cy="18850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l"/>
            <a:r>
              <a:rPr lang="de-CH" sz="800" u="none">
                <a:solidFill>
                  <a:schemeClr val="tx1"/>
                </a:solidFill>
              </a:rPr>
              <a:t>Universität St.Gallen (HSG)</a:t>
            </a:r>
          </a:p>
        </p:txBody>
      </p:sp>
    </p:spTree>
    <p:extLst>
      <p:ext uri="{BB962C8B-B14F-4D97-AF65-F5344CB8AC3E}">
        <p14:creationId xmlns:p14="http://schemas.microsoft.com/office/powerpoint/2010/main" val="20812013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BD8E670C-89F1-48DF-ADBA-904A263650AF}"/>
              </a:ext>
            </a:extLst>
          </p:cNvPr>
          <p:cNvSpPr>
            <a:spLocks noChangeAspect="1"/>
          </p:cNvSpPr>
          <p:nvPr userDrawn="1"/>
        </p:nvSpPr>
        <p:spPr>
          <a:xfrm>
            <a:off x="8570473" y="4701166"/>
            <a:ext cx="213389" cy="233831"/>
          </a:xfrm>
          <a:custGeom>
            <a:avLst/>
            <a:gdLst>
              <a:gd name="connsiteX0" fmla="*/ 0 w 3106057"/>
              <a:gd name="connsiteY0" fmla="*/ 711200 h 3403600"/>
              <a:gd name="connsiteX1" fmla="*/ 3106057 w 3106057"/>
              <a:gd name="connsiteY1" fmla="*/ 0 h 3403600"/>
              <a:gd name="connsiteX2" fmla="*/ 3106057 w 3106057"/>
              <a:gd name="connsiteY2" fmla="*/ 3403600 h 3403600"/>
              <a:gd name="connsiteX3" fmla="*/ 449943 w 3106057"/>
              <a:gd name="connsiteY3" fmla="*/ 3222171 h 3403600"/>
              <a:gd name="connsiteX4" fmla="*/ 0 w 3106057"/>
              <a:gd name="connsiteY4" fmla="*/ 711200 h 3403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106057" h="3403600">
                <a:moveTo>
                  <a:pt x="0" y="711200"/>
                </a:moveTo>
                <a:lnTo>
                  <a:pt x="3106057" y="0"/>
                </a:lnTo>
                <a:lnTo>
                  <a:pt x="3106057" y="3403600"/>
                </a:lnTo>
                <a:lnTo>
                  <a:pt x="449943" y="3222171"/>
                </a:lnTo>
                <a:lnTo>
                  <a:pt x="0" y="7112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5AFF4CC-30A2-4B7B-BA9D-1A66D47649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/>
              <a:t>Click to edit Master title style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5D39D30-BB72-44AA-B142-468FFB51D7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10BC63D-129B-8245-A1DE-B6366D654F13}" type="slidenum">
              <a:rPr lang="de-CH" smtClean="0"/>
              <a:pPr/>
              <a:t>‹#›</a:t>
            </a:fld>
            <a:endParaRPr lang="de-CH" dirty="0"/>
          </a:p>
        </p:txBody>
      </p:sp>
      <p:pic>
        <p:nvPicPr>
          <p:cNvPr id="2096391176" name="Rectangle 9" descr="{&quot;templafy&quot;:{&quot;id&quot;:&quot;fb3a5038-76ce-4bad-916b-61d307d58f31&quot;}}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775" y="4668427"/>
            <a:ext cx="964800" cy="208800"/>
          </a:xfrm>
          <a:prstGeom prst="rect">
            <a:avLst/>
          </a:prstGeom>
        </p:spPr>
      </p:pic>
      <p:sp>
        <p:nvSpPr>
          <p:cNvPr id="11" name="Rectangle 10" descr="{&quot;templafy&quot;:{&quot;id&quot;:&quot;0b719ce3-7ff9-4812-a1c5-15a016b23dc8&quot;}}">
            <a:extLst>
              <a:ext uri="{FF2B5EF4-FFF2-40B4-BE49-F238E27FC236}">
                <a16:creationId xmlns:a16="http://schemas.microsoft.com/office/drawing/2014/main" id="{3ED3541B-0C4B-4AD3-A0FB-BB276047ADCE}"/>
              </a:ext>
            </a:extLst>
          </p:cNvPr>
          <p:cNvSpPr/>
          <p:nvPr userDrawn="1"/>
        </p:nvSpPr>
        <p:spPr>
          <a:xfrm>
            <a:off x="2516261" y="4767263"/>
            <a:ext cx="3884539" cy="22540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l"/>
            <a:endParaRPr lang="de-CH" sz="800">
              <a:solidFill>
                <a:schemeClr val="tx1"/>
              </a:solidFill>
            </a:endParaRPr>
          </a:p>
        </p:txBody>
      </p:sp>
      <p:sp>
        <p:nvSpPr>
          <p:cNvPr id="12" name="Rectangle 11" descr="{&quot;templafy&quot;:{&quot;id&quot;:&quot;758b5a03-f70c-4c46-8805-41d1f6cb57ac&quot;}}" hidden="1">
            <a:extLst>
              <a:ext uri="{FF2B5EF4-FFF2-40B4-BE49-F238E27FC236}">
                <a16:creationId xmlns:a16="http://schemas.microsoft.com/office/drawing/2014/main" id="{87F7EA06-4518-4086-9E1C-ACD1F4782ADD}"/>
              </a:ext>
            </a:extLst>
          </p:cNvPr>
          <p:cNvSpPr/>
          <p:nvPr userDrawn="1"/>
        </p:nvSpPr>
        <p:spPr>
          <a:xfrm>
            <a:off x="358775" y="4768290"/>
            <a:ext cx="2569063" cy="18850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l"/>
            <a:r>
              <a:rPr lang="de-CH" sz="800" u="none">
                <a:solidFill>
                  <a:schemeClr val="tx1"/>
                </a:solidFill>
              </a:rPr>
              <a:t>Universität St.Gallen (HSG)</a:t>
            </a:r>
          </a:p>
        </p:txBody>
      </p:sp>
    </p:spTree>
    <p:extLst>
      <p:ext uri="{BB962C8B-B14F-4D97-AF65-F5344CB8AC3E}">
        <p14:creationId xmlns:p14="http://schemas.microsoft.com/office/powerpoint/2010/main" val="385140316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 Vollfläch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FC11C186-C392-4982-A2C0-7824EE98FA4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9144000" cy="5143500"/>
          </a:xfrm>
        </p:spPr>
        <p:txBody>
          <a:bodyPr/>
          <a:lstStyle/>
          <a:p>
            <a:r>
              <a:rPr lang="de-CH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348933411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itat schwarze Schrif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E95F94A4-74DF-4FC6-AF8D-8F883B56E71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28000" y="735013"/>
            <a:ext cx="7957225" cy="2525712"/>
          </a:xfrm>
        </p:spPr>
        <p:txBody>
          <a:bodyPr anchor="b">
            <a:normAutofit/>
          </a:bodyPr>
          <a:lstStyle>
            <a:lvl1pPr marL="0">
              <a:lnSpc>
                <a:spcPct val="110000"/>
              </a:lnSpc>
              <a:buFontTx/>
              <a:buNone/>
              <a:defRPr sz="5000">
                <a:solidFill>
                  <a:schemeClr val="tx1"/>
                </a:solidFill>
                <a:latin typeface="Gill Sans Nova Light" panose="020B0302020104020203" pitchFamily="34" charset="0"/>
              </a:defRPr>
            </a:lvl1pPr>
            <a:lvl2pPr marL="0" indent="0">
              <a:lnSpc>
                <a:spcPts val="5200"/>
              </a:lnSpc>
              <a:buFontTx/>
              <a:buNone/>
              <a:defRPr sz="5000">
                <a:solidFill>
                  <a:schemeClr val="tx1"/>
                </a:solidFill>
                <a:latin typeface="Gill Alt One MT Light" panose="020B0302020104020203" pitchFamily="34" charset="0"/>
              </a:defRPr>
            </a:lvl2pPr>
            <a:lvl3pPr marL="0" indent="0">
              <a:lnSpc>
                <a:spcPts val="5200"/>
              </a:lnSpc>
              <a:buFontTx/>
              <a:buNone/>
              <a:defRPr sz="5000">
                <a:solidFill>
                  <a:schemeClr val="tx1"/>
                </a:solidFill>
                <a:latin typeface="Gill Alt One MT Light" panose="020B0302020104020203" pitchFamily="34" charset="0"/>
              </a:defRPr>
            </a:lvl3pPr>
            <a:lvl4pPr marL="0" indent="0">
              <a:lnSpc>
                <a:spcPts val="5200"/>
              </a:lnSpc>
              <a:buFontTx/>
              <a:buNone/>
              <a:defRPr sz="5000">
                <a:solidFill>
                  <a:schemeClr val="tx1"/>
                </a:solidFill>
                <a:latin typeface="Gill Alt One MT Light" panose="020B0302020104020203" pitchFamily="34" charset="0"/>
              </a:defRPr>
            </a:lvl4pPr>
            <a:lvl5pPr marL="0">
              <a:lnSpc>
                <a:spcPts val="5200"/>
              </a:lnSpc>
              <a:buFontTx/>
              <a:buNone/>
              <a:defRPr sz="5000">
                <a:solidFill>
                  <a:schemeClr val="tx1"/>
                </a:solidFill>
                <a:latin typeface="Gill Alt One MT Light" panose="020B0302020104020203" pitchFamily="34" charset="0"/>
              </a:defRPr>
            </a:lvl5pPr>
          </a:lstStyle>
          <a:p>
            <a:pPr lvl="0"/>
            <a:r>
              <a:rPr lang="de-CH"/>
              <a:t>Click to edit Master text styles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ED8D12DF-4F43-44AF-B5F9-5E632D8CD53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27999" y="3548063"/>
            <a:ext cx="5741765" cy="931862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800"/>
            </a:lvl1pPr>
            <a:lvl2pPr marL="0" indent="0">
              <a:buNone/>
              <a:defRPr sz="1800"/>
            </a:lvl2pPr>
            <a:lvl3pPr marL="0" indent="0">
              <a:buNone/>
              <a:defRPr sz="1800"/>
            </a:lvl3pPr>
            <a:lvl4pPr marL="0" indent="0">
              <a:buNone/>
              <a:defRPr sz="1800"/>
            </a:lvl4pPr>
            <a:lvl5pPr marL="0" indent="0">
              <a:buFont typeface="Arial" panose="020B0604020202020204" pitchFamily="34" charset="0"/>
              <a:buNone/>
              <a:defRPr sz="1800"/>
            </a:lvl5pPr>
          </a:lstStyle>
          <a:p>
            <a:pPr lvl="0"/>
            <a:r>
              <a:rPr lang="de-CH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0412046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itat weisse Schrift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E95F94A4-74DF-4FC6-AF8D-8F883B56E71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28000" y="735013"/>
            <a:ext cx="7957225" cy="2525712"/>
          </a:xfrm>
        </p:spPr>
        <p:txBody>
          <a:bodyPr anchor="b">
            <a:normAutofit/>
          </a:bodyPr>
          <a:lstStyle>
            <a:lvl1pPr marL="0">
              <a:lnSpc>
                <a:spcPct val="110000"/>
              </a:lnSpc>
              <a:buFontTx/>
              <a:buNone/>
              <a:defRPr sz="5000">
                <a:solidFill>
                  <a:schemeClr val="tx1"/>
                </a:solidFill>
                <a:latin typeface="Gill Sans Nova Light" panose="020B0302020104020203" pitchFamily="34" charset="0"/>
              </a:defRPr>
            </a:lvl1pPr>
            <a:lvl2pPr marL="0" indent="0">
              <a:lnSpc>
                <a:spcPts val="5200"/>
              </a:lnSpc>
              <a:buFontTx/>
              <a:buNone/>
              <a:defRPr sz="5000">
                <a:solidFill>
                  <a:schemeClr val="tx1"/>
                </a:solidFill>
                <a:latin typeface="Gill Alt One MT Light" panose="020B0302020104020203" pitchFamily="34" charset="0"/>
              </a:defRPr>
            </a:lvl2pPr>
            <a:lvl3pPr marL="0" indent="0">
              <a:lnSpc>
                <a:spcPts val="5200"/>
              </a:lnSpc>
              <a:buFontTx/>
              <a:buNone/>
              <a:defRPr sz="5000">
                <a:solidFill>
                  <a:schemeClr val="tx1"/>
                </a:solidFill>
                <a:latin typeface="Gill Alt One MT Light" panose="020B0302020104020203" pitchFamily="34" charset="0"/>
              </a:defRPr>
            </a:lvl3pPr>
            <a:lvl4pPr marL="0" indent="0">
              <a:lnSpc>
                <a:spcPts val="5200"/>
              </a:lnSpc>
              <a:buFontTx/>
              <a:buNone/>
              <a:defRPr sz="5000">
                <a:solidFill>
                  <a:schemeClr val="tx1"/>
                </a:solidFill>
                <a:latin typeface="Gill Alt One MT Light" panose="020B0302020104020203" pitchFamily="34" charset="0"/>
              </a:defRPr>
            </a:lvl4pPr>
            <a:lvl5pPr marL="0">
              <a:lnSpc>
                <a:spcPts val="5200"/>
              </a:lnSpc>
              <a:buFontTx/>
              <a:buNone/>
              <a:defRPr sz="5000">
                <a:solidFill>
                  <a:schemeClr val="tx1"/>
                </a:solidFill>
                <a:latin typeface="Gill Alt One MT Light" panose="020B0302020104020203" pitchFamily="34" charset="0"/>
              </a:defRPr>
            </a:lvl5pPr>
          </a:lstStyle>
          <a:p>
            <a:pPr lvl="0"/>
            <a:r>
              <a:rPr lang="de-CH"/>
              <a:t>Click to edit Master text styles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ED8D12DF-4F43-44AF-B5F9-5E632D8CD53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27999" y="3548063"/>
            <a:ext cx="5741765" cy="931862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800">
                <a:solidFill>
                  <a:schemeClr val="tx1"/>
                </a:solidFill>
              </a:defRPr>
            </a:lvl1pPr>
            <a:lvl2pPr marL="0" indent="0">
              <a:buNone/>
              <a:defRPr sz="1800"/>
            </a:lvl2pPr>
            <a:lvl3pPr marL="0" indent="0">
              <a:buNone/>
              <a:defRPr sz="1800"/>
            </a:lvl3pPr>
            <a:lvl4pPr marL="0" indent="0">
              <a:buNone/>
              <a:defRPr sz="1800"/>
            </a:lvl4pPr>
            <a:lvl5pPr marL="0" indent="0">
              <a:buFont typeface="Arial" panose="020B0604020202020204" pitchFamily="34" charset="0"/>
              <a:buNone/>
              <a:defRPr sz="1800"/>
            </a:lvl5pPr>
          </a:lstStyle>
          <a:p>
            <a:pPr lvl="0"/>
            <a:r>
              <a:rPr lang="de-CH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81885183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 1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0D1F60-1436-43F1-AAD9-4C24152996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8000" y="735013"/>
            <a:ext cx="5148000" cy="3728674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defRPr sz="7900">
                <a:solidFill>
                  <a:schemeClr val="bg2"/>
                </a:solidFill>
                <a:latin typeface="Gill Sans Nova Light" panose="020B0302020104020203" pitchFamily="34" charset="0"/>
              </a:defRPr>
            </a:lvl1pPr>
          </a:lstStyle>
          <a:p>
            <a:r>
              <a:rPr lang="de-CH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140949B5-E4F8-48A4-9D3A-2312F9CD460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625225" y="735013"/>
            <a:ext cx="2160000" cy="2160000"/>
          </a:xfrm>
        </p:spPr>
        <p:txBody>
          <a:bodyPr/>
          <a:lstStyle/>
          <a:p>
            <a:r>
              <a:rPr lang="de-CH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3855854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 2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0D1F60-1436-43F1-AAD9-4C24152996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7998" y="735013"/>
            <a:ext cx="5148000" cy="3728674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defRPr sz="7900">
                <a:solidFill>
                  <a:schemeClr val="tx1"/>
                </a:solidFill>
                <a:latin typeface="Gill Sans Nova Light" panose="020B0302020104020203" pitchFamily="34" charset="0"/>
              </a:defRPr>
            </a:lvl1pPr>
          </a:lstStyle>
          <a:p>
            <a:r>
              <a:rPr lang="de-CH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140949B5-E4F8-48A4-9D3A-2312F9CD460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625225" y="735013"/>
            <a:ext cx="2160000" cy="2160000"/>
          </a:xfrm>
        </p:spPr>
        <p:txBody>
          <a:bodyPr/>
          <a:lstStyle/>
          <a:p>
            <a:r>
              <a:rPr lang="de-CH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390249403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7002187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0981B0-6792-4738-ACB8-050730738F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8000" y="1044000"/>
            <a:ext cx="7957225" cy="685801"/>
          </a:xfrm>
        </p:spPr>
        <p:txBody>
          <a:bodyPr/>
          <a:lstStyle>
            <a:lvl1pPr>
              <a:lnSpc>
                <a:spcPts val="5200"/>
              </a:lnSpc>
              <a:defRPr sz="5000">
                <a:latin typeface="Gill Sans Nova Light" panose="020B0302020104020203" pitchFamily="34" charset="0"/>
              </a:defRPr>
            </a:lvl1pPr>
          </a:lstStyle>
          <a:p>
            <a:r>
              <a:rPr lang="de-CH"/>
              <a:t>Click to edit Master title style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D87D0F6F-53A1-4152-9807-5EC1BBC8849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28000" y="2626419"/>
            <a:ext cx="1908000" cy="862219"/>
          </a:xfrm>
        </p:spPr>
        <p:txBody>
          <a:bodyPr>
            <a:noAutofit/>
          </a:bodyPr>
          <a:lstStyle>
            <a:lvl1pPr marL="0" indent="0">
              <a:lnSpc>
                <a:spcPts val="1400"/>
              </a:lnSpc>
              <a:buFont typeface="Arial" panose="020B0604020202020204" pitchFamily="34" charset="0"/>
              <a:buNone/>
              <a:defRPr sz="1000"/>
            </a:lvl1pPr>
            <a:lvl2pPr marL="0" indent="0">
              <a:lnSpc>
                <a:spcPts val="1400"/>
              </a:lnSpc>
              <a:buNone/>
              <a:defRPr sz="1000"/>
            </a:lvl2pPr>
            <a:lvl3pPr marL="0" indent="0">
              <a:lnSpc>
                <a:spcPts val="1400"/>
              </a:lnSpc>
              <a:buNone/>
              <a:defRPr sz="1000"/>
            </a:lvl3pPr>
            <a:lvl4pPr marL="0" indent="0">
              <a:lnSpc>
                <a:spcPts val="1400"/>
              </a:lnSpc>
              <a:buNone/>
              <a:defRPr sz="1000"/>
            </a:lvl4pPr>
            <a:lvl5pPr marL="0" indent="0">
              <a:lnSpc>
                <a:spcPts val="1400"/>
              </a:lnSpc>
              <a:buFont typeface="Arial" panose="020B0604020202020204" pitchFamily="34" charset="0"/>
              <a:buNone/>
              <a:defRPr sz="1000"/>
            </a:lvl5pPr>
          </a:lstStyle>
          <a:p>
            <a:pPr lvl="0"/>
            <a:r>
              <a:rPr lang="de-CH"/>
              <a:t>Click to edit Master text styles</a:t>
            </a: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7824BC02-7B0E-4C56-B49A-5A28F9E62BE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28000" y="2090947"/>
            <a:ext cx="1908000" cy="504411"/>
          </a:xfrm>
        </p:spPr>
        <p:txBody>
          <a:bodyPr anchor="b">
            <a:noAutofit/>
          </a:bodyPr>
          <a:lstStyle>
            <a:lvl1pPr marL="0" indent="0">
              <a:lnSpc>
                <a:spcPts val="1400"/>
              </a:lnSpc>
              <a:buFont typeface="Arial" panose="020B0604020202020204" pitchFamily="34" charset="0"/>
              <a:buNone/>
              <a:defRPr sz="1400"/>
            </a:lvl1pPr>
            <a:lvl2pPr marL="0" indent="0">
              <a:lnSpc>
                <a:spcPts val="1400"/>
              </a:lnSpc>
              <a:buNone/>
              <a:defRPr sz="1000"/>
            </a:lvl2pPr>
            <a:lvl3pPr marL="0" indent="0">
              <a:lnSpc>
                <a:spcPts val="1400"/>
              </a:lnSpc>
              <a:buNone/>
              <a:defRPr sz="1000"/>
            </a:lvl3pPr>
            <a:lvl4pPr marL="0" indent="0">
              <a:lnSpc>
                <a:spcPts val="1400"/>
              </a:lnSpc>
              <a:buNone/>
              <a:defRPr sz="1000"/>
            </a:lvl4pPr>
            <a:lvl5pPr marL="0" indent="0">
              <a:lnSpc>
                <a:spcPts val="1400"/>
              </a:lnSpc>
              <a:buFont typeface="Arial" panose="020B0604020202020204" pitchFamily="34" charset="0"/>
              <a:buNone/>
              <a:defRPr sz="1000"/>
            </a:lvl5pPr>
          </a:lstStyle>
          <a:p>
            <a:pPr lvl="0"/>
            <a:r>
              <a:rPr lang="de-CH"/>
              <a:t>Click to edit Master text styles</a:t>
            </a:r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ADF580D6-76FA-48E5-A6F9-C7D7F9ECA0C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886816" y="2626419"/>
            <a:ext cx="1908000" cy="862219"/>
          </a:xfrm>
        </p:spPr>
        <p:txBody>
          <a:bodyPr>
            <a:noAutofit/>
          </a:bodyPr>
          <a:lstStyle>
            <a:lvl1pPr marL="0" indent="0">
              <a:lnSpc>
                <a:spcPts val="1400"/>
              </a:lnSpc>
              <a:buFont typeface="Arial" panose="020B0604020202020204" pitchFamily="34" charset="0"/>
              <a:buNone/>
              <a:defRPr sz="1000"/>
            </a:lvl1pPr>
            <a:lvl2pPr marL="0" indent="0">
              <a:lnSpc>
                <a:spcPts val="1400"/>
              </a:lnSpc>
              <a:buNone/>
              <a:defRPr sz="1000"/>
            </a:lvl2pPr>
            <a:lvl3pPr marL="0" indent="0">
              <a:lnSpc>
                <a:spcPts val="1400"/>
              </a:lnSpc>
              <a:buNone/>
              <a:defRPr sz="1000"/>
            </a:lvl3pPr>
            <a:lvl4pPr marL="0" indent="0">
              <a:lnSpc>
                <a:spcPts val="1400"/>
              </a:lnSpc>
              <a:buNone/>
              <a:defRPr sz="1000"/>
            </a:lvl4pPr>
            <a:lvl5pPr marL="0" indent="0">
              <a:lnSpc>
                <a:spcPts val="1400"/>
              </a:lnSpc>
              <a:buFont typeface="Arial" panose="020B0604020202020204" pitchFamily="34" charset="0"/>
              <a:buNone/>
              <a:defRPr sz="1000"/>
            </a:lvl5pPr>
          </a:lstStyle>
          <a:p>
            <a:pPr lvl="0"/>
            <a:r>
              <a:rPr lang="de-CH"/>
              <a:t>Click to edit Master text styles</a:t>
            </a:r>
          </a:p>
        </p:txBody>
      </p:sp>
      <p:sp>
        <p:nvSpPr>
          <p:cNvPr id="13" name="Text Placeholder 6">
            <a:extLst>
              <a:ext uri="{FF2B5EF4-FFF2-40B4-BE49-F238E27FC236}">
                <a16:creationId xmlns:a16="http://schemas.microsoft.com/office/drawing/2014/main" id="{D6CE2E2F-1BA4-4018-8B3C-5192B4A35E2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2886816" y="2090947"/>
            <a:ext cx="1908000" cy="504411"/>
          </a:xfrm>
        </p:spPr>
        <p:txBody>
          <a:bodyPr anchor="b">
            <a:noAutofit/>
          </a:bodyPr>
          <a:lstStyle>
            <a:lvl1pPr marL="0" indent="0">
              <a:lnSpc>
                <a:spcPts val="1400"/>
              </a:lnSpc>
              <a:buFont typeface="Arial" panose="020B0604020202020204" pitchFamily="34" charset="0"/>
              <a:buNone/>
              <a:defRPr sz="1400"/>
            </a:lvl1pPr>
            <a:lvl2pPr marL="0" indent="0">
              <a:lnSpc>
                <a:spcPts val="1400"/>
              </a:lnSpc>
              <a:buNone/>
              <a:defRPr sz="1000"/>
            </a:lvl2pPr>
            <a:lvl3pPr marL="0" indent="0">
              <a:lnSpc>
                <a:spcPts val="1400"/>
              </a:lnSpc>
              <a:buNone/>
              <a:defRPr sz="1000"/>
            </a:lvl3pPr>
            <a:lvl4pPr marL="0" indent="0">
              <a:lnSpc>
                <a:spcPts val="1400"/>
              </a:lnSpc>
              <a:buNone/>
              <a:defRPr sz="1000"/>
            </a:lvl4pPr>
            <a:lvl5pPr marL="0" indent="0">
              <a:lnSpc>
                <a:spcPts val="1400"/>
              </a:lnSpc>
              <a:buFont typeface="Arial" panose="020B0604020202020204" pitchFamily="34" charset="0"/>
              <a:buNone/>
              <a:defRPr sz="1000"/>
            </a:lvl5pPr>
          </a:lstStyle>
          <a:p>
            <a:pPr lvl="0"/>
            <a:r>
              <a:rPr lang="de-CH"/>
              <a:t>Click to edit Master text styles</a:t>
            </a:r>
          </a:p>
        </p:txBody>
      </p:sp>
      <p:sp>
        <p:nvSpPr>
          <p:cNvPr id="14" name="Text Placeholder 6">
            <a:extLst>
              <a:ext uri="{FF2B5EF4-FFF2-40B4-BE49-F238E27FC236}">
                <a16:creationId xmlns:a16="http://schemas.microsoft.com/office/drawing/2014/main" id="{9780CD93-461B-4895-AFE1-B11CB717CAC3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945933" y="2626419"/>
            <a:ext cx="1908000" cy="862219"/>
          </a:xfrm>
        </p:spPr>
        <p:txBody>
          <a:bodyPr>
            <a:noAutofit/>
          </a:bodyPr>
          <a:lstStyle>
            <a:lvl1pPr marL="0" indent="0">
              <a:lnSpc>
                <a:spcPts val="1400"/>
              </a:lnSpc>
              <a:buFont typeface="Arial" panose="020B0604020202020204" pitchFamily="34" charset="0"/>
              <a:buNone/>
              <a:defRPr sz="1000"/>
            </a:lvl1pPr>
            <a:lvl2pPr marL="0" indent="0">
              <a:lnSpc>
                <a:spcPts val="1400"/>
              </a:lnSpc>
              <a:buNone/>
              <a:defRPr sz="1000"/>
            </a:lvl2pPr>
            <a:lvl3pPr marL="0" indent="0">
              <a:lnSpc>
                <a:spcPts val="1400"/>
              </a:lnSpc>
              <a:buNone/>
              <a:defRPr sz="1000"/>
            </a:lvl3pPr>
            <a:lvl4pPr marL="0" indent="0">
              <a:lnSpc>
                <a:spcPts val="1400"/>
              </a:lnSpc>
              <a:buNone/>
              <a:defRPr sz="1000"/>
            </a:lvl4pPr>
            <a:lvl5pPr marL="0" indent="0">
              <a:lnSpc>
                <a:spcPts val="1400"/>
              </a:lnSpc>
              <a:buFont typeface="Arial" panose="020B0604020202020204" pitchFamily="34" charset="0"/>
              <a:buNone/>
              <a:defRPr sz="1000"/>
            </a:lvl5pPr>
          </a:lstStyle>
          <a:p>
            <a:pPr lvl="0"/>
            <a:r>
              <a:rPr lang="de-CH"/>
              <a:t>Click to edit Master text styles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7670DE1A-52CE-4331-B7C3-9D35588A292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945933" y="2090947"/>
            <a:ext cx="1908000" cy="504411"/>
          </a:xfrm>
        </p:spPr>
        <p:txBody>
          <a:bodyPr anchor="b">
            <a:noAutofit/>
          </a:bodyPr>
          <a:lstStyle>
            <a:lvl1pPr marL="0" indent="0">
              <a:lnSpc>
                <a:spcPts val="1400"/>
              </a:lnSpc>
              <a:buFont typeface="Arial" panose="020B0604020202020204" pitchFamily="34" charset="0"/>
              <a:buNone/>
              <a:defRPr sz="1400"/>
            </a:lvl1pPr>
            <a:lvl2pPr marL="0" indent="0">
              <a:lnSpc>
                <a:spcPts val="1400"/>
              </a:lnSpc>
              <a:buNone/>
              <a:defRPr sz="1000"/>
            </a:lvl2pPr>
            <a:lvl3pPr marL="0" indent="0">
              <a:lnSpc>
                <a:spcPts val="1400"/>
              </a:lnSpc>
              <a:buNone/>
              <a:defRPr sz="1000"/>
            </a:lvl3pPr>
            <a:lvl4pPr marL="0" indent="0">
              <a:lnSpc>
                <a:spcPts val="1400"/>
              </a:lnSpc>
              <a:buNone/>
              <a:defRPr sz="1000"/>
            </a:lvl4pPr>
            <a:lvl5pPr marL="0" indent="0">
              <a:lnSpc>
                <a:spcPts val="1400"/>
              </a:lnSpc>
              <a:buFont typeface="Arial" panose="020B0604020202020204" pitchFamily="34" charset="0"/>
              <a:buNone/>
              <a:defRPr sz="1000"/>
            </a:lvl5pPr>
          </a:lstStyle>
          <a:p>
            <a:pPr lvl="0"/>
            <a:r>
              <a:rPr lang="de-CH"/>
              <a:t>Click to edit Master text styles</a:t>
            </a:r>
          </a:p>
        </p:txBody>
      </p:sp>
      <p:pic>
        <p:nvPicPr>
          <p:cNvPr id="1284330532" name="Rectangle 10" descr="{&quot;templafy&quot;:{&quot;id&quot;:&quot;7362b5df-2182-4b2b-8e18-d1b13c8294c4&quot;}}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8816" y="4048055"/>
            <a:ext cx="2088000" cy="450000"/>
          </a:xfrm>
          <a:prstGeom prst="rect">
            <a:avLst/>
          </a:prstGeom>
        </p:spPr>
      </p:pic>
      <p:sp>
        <p:nvSpPr>
          <p:cNvPr id="3" name="Rectangle 2" descr="{&quot;templafy&quot;:{&quot;id&quot;:&quot;c4d6bc57-dd26-413d-bdbf-cde7be3ae1ae&quot;}}">
            <a:extLst>
              <a:ext uri="{FF2B5EF4-FFF2-40B4-BE49-F238E27FC236}">
                <a16:creationId xmlns:a16="http://schemas.microsoft.com/office/drawing/2014/main" id="{36F02173-B0F5-4193-B6FF-8607454762B4}"/>
              </a:ext>
            </a:extLst>
          </p:cNvPr>
          <p:cNvSpPr/>
          <p:nvPr userDrawn="1"/>
        </p:nvSpPr>
        <p:spPr>
          <a:xfrm>
            <a:off x="4945930" y="3515014"/>
            <a:ext cx="2038450" cy="9912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b"/>
          <a:lstStyle/>
          <a:p>
            <a:pPr algn="l">
              <a:lnSpc>
                <a:spcPts val="1200"/>
              </a:lnSpc>
            </a:pPr>
            <a:r>
              <a:rPr lang="de-CH" sz="1000">
                <a:solidFill>
                  <a:schemeClr val="tx1"/>
                </a:solidFill>
              </a:rPr>
              <a:t>Universität St.Gallen (HSG) 
Dufourstrasse 50 
9000 St.Gallen 
unisg.ch</a:t>
            </a:r>
          </a:p>
        </p:txBody>
      </p:sp>
    </p:spTree>
    <p:extLst>
      <p:ext uri="{BB962C8B-B14F-4D97-AF65-F5344CB8AC3E}">
        <p14:creationId xmlns:p14="http://schemas.microsoft.com/office/powerpoint/2010/main" val="51870949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7072C7-786E-4CDF-B498-A0E43C94C1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27AB401-27B1-4459-8033-ADE495ECDD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CH"/>
              <a:t>Click to edit Master text styles</a:t>
            </a:r>
          </a:p>
          <a:p>
            <a:pPr lvl="1"/>
            <a:r>
              <a:rPr lang="de-CH"/>
              <a:t>Second level</a:t>
            </a:r>
          </a:p>
          <a:p>
            <a:pPr lvl="2"/>
            <a:r>
              <a:rPr lang="de-CH"/>
              <a:t>Third level</a:t>
            </a:r>
          </a:p>
          <a:p>
            <a:pPr lvl="3"/>
            <a:r>
              <a:rPr lang="de-CH"/>
              <a:t>Fourth level</a:t>
            </a:r>
          </a:p>
          <a:p>
            <a:pPr lvl="4"/>
            <a:r>
              <a:rPr lang="de-CH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339B70-EA91-4D1E-AD6F-9A1F4FF36C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59FC98-AF75-4A00-A03C-DF9FEBF6BCB9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83720748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FA27F37-4AAD-450C-8838-DE5B9F07D8B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de-CH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9286A52-83BF-4684-B707-32690AD3C03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de-CH"/>
              <a:t>Click to edit Master text styles</a:t>
            </a:r>
          </a:p>
          <a:p>
            <a:pPr lvl="1"/>
            <a:r>
              <a:rPr lang="de-CH"/>
              <a:t>Second level</a:t>
            </a:r>
          </a:p>
          <a:p>
            <a:pPr lvl="2"/>
            <a:r>
              <a:rPr lang="de-CH"/>
              <a:t>Third level</a:t>
            </a:r>
          </a:p>
          <a:p>
            <a:pPr lvl="3"/>
            <a:r>
              <a:rPr lang="de-CH"/>
              <a:t>Fourth level</a:t>
            </a:r>
          </a:p>
          <a:p>
            <a:pPr lvl="4"/>
            <a:r>
              <a:rPr lang="de-CH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25666C-0F9A-44A4-B3AC-35B212491C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59FC98-AF75-4A00-A03C-DF9FEBF6BCB9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8515280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2501321-794C-47B8-ABDC-7DAF88C9DC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8775" y="376238"/>
            <a:ext cx="8426450" cy="609662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de-CH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6F94A2-50F8-430F-B46C-2D50472D7A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58775" y="1276350"/>
            <a:ext cx="8426450" cy="3203575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de-CH"/>
              <a:t>Click to edit Master text styles</a:t>
            </a:r>
          </a:p>
          <a:p>
            <a:pPr lvl="1"/>
            <a:r>
              <a:rPr lang="de-CH"/>
              <a:t>Second level</a:t>
            </a:r>
          </a:p>
          <a:p>
            <a:pPr lvl="2"/>
            <a:r>
              <a:rPr lang="de-CH"/>
              <a:t>Third level</a:t>
            </a:r>
          </a:p>
          <a:p>
            <a:pPr lvl="3"/>
            <a:r>
              <a:rPr lang="de-CH"/>
              <a:t>Fourth level</a:t>
            </a:r>
          </a:p>
          <a:p>
            <a:pPr lvl="4"/>
            <a:r>
              <a:rPr lang="de-CH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7B08D8-7EDB-4388-A7EE-8AB294EA788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19999" y="4770374"/>
            <a:ext cx="3086100" cy="184335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de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26C2A0-BCAA-4FD2-BD67-F5225215B65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571600" y="4767263"/>
            <a:ext cx="216000" cy="273844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ctr">
              <a:defRPr sz="800" spc="-30" baseline="0">
                <a:solidFill>
                  <a:schemeClr val="bg2"/>
                </a:solidFill>
              </a:defRPr>
            </a:lvl1pPr>
          </a:lstStyle>
          <a:p>
            <a:fld id="{7559FC98-AF75-4A00-A03C-DF9FEBF6BCB9}" type="slidenum">
              <a:rPr lang="de-CH" smtClean="0"/>
              <a:pPr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42460376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88" r:id="rId2"/>
    <p:sldLayoutId id="2147483689" r:id="rId3"/>
    <p:sldLayoutId id="2147483677" r:id="rId4"/>
    <p:sldLayoutId id="2147483663" r:id="rId5"/>
    <p:sldLayoutId id="2147483686" r:id="rId6"/>
    <p:sldLayoutId id="2147483664" r:id="rId7"/>
    <p:sldLayoutId id="2147483662" r:id="rId8"/>
    <p:sldLayoutId id="2147483672" r:id="rId9"/>
    <p:sldLayoutId id="2147483673" r:id="rId10"/>
    <p:sldLayoutId id="2147483666" r:id="rId11"/>
    <p:sldLayoutId id="2147483680" r:id="rId12"/>
    <p:sldLayoutId id="2147483678" r:id="rId13"/>
    <p:sldLayoutId id="2147483679" r:id="rId14"/>
    <p:sldLayoutId id="2147483675" r:id="rId15"/>
    <p:sldLayoutId id="2147483683" r:id="rId16"/>
    <p:sldLayoutId id="2147483667" r:id="rId17"/>
    <p:sldLayoutId id="2147483681" r:id="rId18"/>
    <p:sldLayoutId id="2147483670" r:id="rId19"/>
    <p:sldLayoutId id="2147483671" r:id="rId20"/>
  </p:sldLayoutIdLst>
  <p:hf hdr="0" ftr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2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685800" rtl="0" eaLnBrk="1" latinLnBrk="0" hangingPunct="1">
        <a:lnSpc>
          <a:spcPct val="100000"/>
        </a:lnSpc>
        <a:spcBef>
          <a:spcPts val="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180000" indent="-180000" algn="l" defTabSz="685800" rtl="0" eaLnBrk="1" latinLnBrk="0" hangingPunct="1">
        <a:lnSpc>
          <a:spcPct val="100000"/>
        </a:lnSpc>
        <a:spcBef>
          <a:spcPts val="0"/>
        </a:spcBef>
        <a:spcAft>
          <a:spcPts val="400"/>
        </a:spcAft>
        <a:buFont typeface="Arial" panose="020B0604020202020204" pitchFamily="34" charset="0"/>
        <a:buChar char="‒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540000" indent="-180000" algn="l" defTabSz="685800" rtl="0" eaLnBrk="1" latinLnBrk="0" hangingPunct="1">
        <a:lnSpc>
          <a:spcPct val="100000"/>
        </a:lnSpc>
        <a:spcBef>
          <a:spcPts val="0"/>
        </a:spcBef>
        <a:spcAft>
          <a:spcPts val="400"/>
        </a:spcAft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900000" indent="-180000" algn="l" defTabSz="685800" rtl="0" eaLnBrk="1" latinLnBrk="0" hangingPunct="1">
        <a:lnSpc>
          <a:spcPct val="100000"/>
        </a:lnSpc>
        <a:spcBef>
          <a:spcPts val="0"/>
        </a:spcBef>
        <a:spcAft>
          <a:spcPts val="400"/>
        </a:spcAft>
        <a:buSzPct val="110000"/>
        <a:buFont typeface="Arial" panose="020B0604020202020204" pitchFamily="34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60000" indent="-180000" algn="l" defTabSz="685800" rtl="0" eaLnBrk="1" latinLnBrk="0" hangingPunct="1">
        <a:lnSpc>
          <a:spcPct val="100000"/>
        </a:lnSpc>
        <a:spcBef>
          <a:spcPts val="0"/>
        </a:spcBef>
        <a:spcAft>
          <a:spcPts val="400"/>
        </a:spcAft>
        <a:buSzPct val="110000"/>
        <a:buFont typeface="Arial" panose="020B0604020202020204" pitchFamily="34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260000" indent="-180000" algn="l" defTabSz="685800" rtl="0" eaLnBrk="1" latinLnBrk="0" hangingPunct="1">
        <a:lnSpc>
          <a:spcPct val="100000"/>
        </a:lnSpc>
        <a:spcBef>
          <a:spcPts val="0"/>
        </a:spcBef>
        <a:spcAft>
          <a:spcPts val="400"/>
        </a:spcAft>
        <a:buSzPct val="110000"/>
        <a:buFont typeface="Arial" panose="020B0604020202020204" pitchFamily="34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260000" indent="-180000" algn="l" defTabSz="685800" rtl="0" eaLnBrk="1" latinLnBrk="0" hangingPunct="1">
        <a:lnSpc>
          <a:spcPct val="100000"/>
        </a:lnSpc>
        <a:spcBef>
          <a:spcPts val="0"/>
        </a:spcBef>
        <a:spcAft>
          <a:spcPts val="400"/>
        </a:spcAft>
        <a:buSzPct val="110000"/>
        <a:buFont typeface="Arial" panose="020B0604020202020204" pitchFamily="34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60000" indent="-180000" algn="l" defTabSz="685800" rtl="0" eaLnBrk="1" latinLnBrk="0" hangingPunct="1">
        <a:lnSpc>
          <a:spcPct val="100000"/>
        </a:lnSpc>
        <a:spcBef>
          <a:spcPts val="0"/>
        </a:spcBef>
        <a:spcAft>
          <a:spcPts val="400"/>
        </a:spcAft>
        <a:buSzPct val="110000"/>
        <a:buFont typeface="Arial" panose="020B0604020202020204" pitchFamily="34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260000" indent="-180000" algn="l" defTabSz="685800" rtl="0" eaLnBrk="1" latinLnBrk="0" hangingPunct="1">
        <a:lnSpc>
          <a:spcPct val="100000"/>
        </a:lnSpc>
        <a:spcBef>
          <a:spcPts val="0"/>
        </a:spcBef>
        <a:spcAft>
          <a:spcPts val="400"/>
        </a:spcAft>
        <a:buSzPct val="110000"/>
        <a:buFont typeface="Arial" panose="020B0604020202020204" pitchFamily="34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003">
          <p15:clr>
            <a:srgbClr val="F26B43"/>
          </p15:clr>
        </p15:guide>
        <p15:guide id="3" pos="226">
          <p15:clr>
            <a:srgbClr val="F26B43"/>
          </p15:clr>
        </p15:guide>
        <p15:guide id="4" pos="5534">
          <p15:clr>
            <a:srgbClr val="F26B43"/>
          </p15:clr>
        </p15:guide>
        <p15:guide id="5" orient="horz" pos="237">
          <p15:clr>
            <a:srgbClr val="F26B43"/>
          </p15:clr>
        </p15:guide>
        <p15:guide id="6" orient="horz" pos="804" userDrawn="1">
          <p15:clr>
            <a:srgbClr val="F26B43"/>
          </p15:clr>
        </p15:guide>
        <p15:guide id="7" orient="horz" pos="2822">
          <p15:clr>
            <a:srgbClr val="F26B43"/>
          </p15:clr>
        </p15:guide>
        <p15:guide id="8" pos="2823">
          <p15:clr>
            <a:srgbClr val="F26B43"/>
          </p15:clr>
        </p15:guide>
        <p15:guide id="9" pos="2937">
          <p15:clr>
            <a:srgbClr val="F26B43"/>
          </p15:clr>
        </p15:guide>
        <p15:guide id="10" orient="horz" pos="463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Placeholder 7">
            <a:extLst>
              <a:ext uri="{FF2B5EF4-FFF2-40B4-BE49-F238E27FC236}">
                <a16:creationId xmlns:a16="http://schemas.microsoft.com/office/drawing/2014/main" id="{3E097F3A-0605-B98F-F69F-9CC7EDFA9EA0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/>
          <a:srcRect l="34330" r="18546" b="1"/>
          <a:stretch>
            <a:fillRect/>
          </a:stretch>
        </p:blipFill>
        <p:spPr>
          <a:xfrm>
            <a:off x="5965200" y="10"/>
            <a:ext cx="3178800" cy="5143490"/>
          </a:xfrm>
          <a:prstGeom prst="rect">
            <a:avLst/>
          </a:prstGeom>
          <a:noFill/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520A5986-D08E-0994-E748-F416A4650E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6556" y="1267953"/>
            <a:ext cx="4764489" cy="1303797"/>
          </a:xfrm>
        </p:spPr>
        <p:txBody>
          <a:bodyPr anchor="b">
            <a:normAutofit/>
          </a:bodyPr>
          <a:lstStyle/>
          <a:p>
            <a:r>
              <a:rPr lang="de-DE" sz="3200" dirty="0"/>
              <a:t>20 Years of Double </a:t>
            </a:r>
            <a:r>
              <a:rPr lang="de-DE" sz="3200" dirty="0" err="1"/>
              <a:t>Pukelsheim</a:t>
            </a:r>
            <a:r>
              <a:rPr lang="de-DE" sz="3200" dirty="0"/>
              <a:t> in </a:t>
            </a:r>
            <a:r>
              <a:rPr lang="de-DE" sz="3200" dirty="0" err="1"/>
              <a:t>Switzerland</a:t>
            </a:r>
            <a:endParaRPr lang="de-DE" sz="3200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CB1493F-16DE-8286-1442-07017EE14E5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96556" y="2694087"/>
            <a:ext cx="4048981" cy="1027810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 dirty="0"/>
              <a:t>What Is the Mechanical Effect of the Transition from Hagenbach-Bischoff on the Seat Allocation of Smaller Parties?</a:t>
            </a:r>
            <a:endParaRPr lang="de-DE" dirty="0"/>
          </a:p>
          <a:p>
            <a:pPr>
              <a:spcAft>
                <a:spcPts val="600"/>
              </a:spcAft>
            </a:pPr>
            <a:endParaRPr lang="de-DE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561945E-2C6F-36CB-A491-6B186AF019B6}"/>
              </a:ext>
            </a:extLst>
          </p:cNvPr>
          <p:cNvSpPr txBox="1"/>
          <p:nvPr/>
        </p:nvSpPr>
        <p:spPr>
          <a:xfrm>
            <a:off x="758456" y="3592591"/>
            <a:ext cx="4048981" cy="7155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tabLst>
                <a:tab pos="0" algn="l"/>
              </a:tabLst>
            </a:pPr>
            <a:r>
              <a:rPr lang="de-DE" dirty="0"/>
              <a:t>Author Moritz Beyn</a:t>
            </a:r>
          </a:p>
          <a:p>
            <a:endParaRPr lang="de-DE" dirty="0"/>
          </a:p>
          <a:p>
            <a:r>
              <a:rPr lang="de-DE" dirty="0"/>
              <a:t>Supervisor Aurélien Sallin</a:t>
            </a: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37959961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9BA6A0-13EB-1454-FAA7-53D9170B02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Field of Research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4C0B66-3680-23E6-901F-EF95EC9D2A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8775" y="1130300"/>
            <a:ext cx="8426450" cy="3203575"/>
          </a:xfrm>
        </p:spPr>
        <p:txBody>
          <a:bodyPr>
            <a:normAutofit/>
          </a:bodyPr>
          <a:lstStyle/>
          <a:p>
            <a:r>
              <a:rPr lang="en-US" b="1" dirty="0"/>
              <a:t>Research question</a:t>
            </a:r>
            <a:br>
              <a:rPr lang="en-US" dirty="0"/>
            </a:br>
            <a:r>
              <a:rPr lang="en-US" dirty="0"/>
              <a:t>How does the transition from Hagenbach-Bischoff to double </a:t>
            </a:r>
            <a:r>
              <a:rPr lang="en-US" dirty="0" err="1"/>
              <a:t>Pukelsheim</a:t>
            </a:r>
            <a:r>
              <a:rPr lang="en-US" dirty="0"/>
              <a:t> affect the seat allocation of smaller parties in Swiss cantonal parliamentary elections?</a:t>
            </a:r>
          </a:p>
          <a:p>
            <a:endParaRPr lang="en-US" dirty="0"/>
          </a:p>
          <a:p>
            <a:r>
              <a:rPr lang="en-US" b="1" dirty="0"/>
              <a:t>Main hypothesis</a:t>
            </a:r>
            <a:br>
              <a:rPr lang="en-US" dirty="0"/>
            </a:br>
            <a:r>
              <a:rPr lang="en-US" dirty="0"/>
              <a:t>Smaller parties with less than 10% canton-wide vote share gain seats under double </a:t>
            </a:r>
            <a:r>
              <a:rPr lang="en-US" dirty="0" err="1"/>
              <a:t>Pukelsheim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b="1" dirty="0"/>
              <a:t>Why this matters</a:t>
            </a:r>
            <a:endParaRPr lang="en-US" dirty="0"/>
          </a:p>
          <a:p>
            <a:r>
              <a:rPr lang="en-US" dirty="0"/>
              <a:t>Small districts under Hagenbach-Bischoff create high implicit thresholds. </a:t>
            </a:r>
          </a:p>
          <a:p>
            <a:r>
              <a:rPr lang="en-US" dirty="0"/>
              <a:t>This disadvantages smaller parties and weakens electoral equality. </a:t>
            </a:r>
          </a:p>
          <a:p>
            <a:r>
              <a:rPr lang="en-US" dirty="0"/>
              <a:t>Double </a:t>
            </a:r>
            <a:r>
              <a:rPr lang="en-US" dirty="0" err="1"/>
              <a:t>Pukelsheim</a:t>
            </a:r>
            <a:r>
              <a:rPr lang="en-US" dirty="0"/>
              <a:t> was introduced to improve proportionality and the equal weight of votes</a:t>
            </a:r>
          </a:p>
          <a:p>
            <a:r>
              <a:rPr lang="en-US" dirty="0"/>
              <a:t>Double </a:t>
            </a:r>
            <a:r>
              <a:rPr lang="en-US" dirty="0" err="1"/>
              <a:t>Pukelsheim</a:t>
            </a:r>
            <a:r>
              <a:rPr lang="en-US" dirty="0"/>
              <a:t> improves canton-wide proportionality and reduces “weightless” votes. </a:t>
            </a:r>
          </a:p>
          <a:p>
            <a:r>
              <a:rPr lang="en-US" dirty="0"/>
              <a:t>Literature suggests smaller parties benefit under the new system. </a:t>
            </a:r>
          </a:p>
          <a:p>
            <a:r>
              <a:rPr lang="en-US" dirty="0"/>
              <a:t>Example: in Schwyz in 2016, the GLP would have won </a:t>
            </a:r>
            <a:r>
              <a:rPr lang="en-US" b="1" dirty="0"/>
              <a:t>0</a:t>
            </a:r>
            <a:r>
              <a:rPr lang="en-US" dirty="0"/>
              <a:t> seats under Hagenbach-Bischoff but won </a:t>
            </a:r>
            <a:r>
              <a:rPr lang="en-US" b="1" dirty="0"/>
              <a:t>3</a:t>
            </a:r>
            <a:r>
              <a:rPr lang="en-US" dirty="0"/>
              <a:t> under the new </a:t>
            </a:r>
            <a:r>
              <a:rPr lang="en-US" dirty="0" err="1"/>
              <a:t>Doppelter</a:t>
            </a:r>
            <a:r>
              <a:rPr lang="en-US" dirty="0"/>
              <a:t> </a:t>
            </a:r>
            <a:r>
              <a:rPr lang="en-US" dirty="0" err="1"/>
              <a:t>Pukkelsheim</a:t>
            </a:r>
            <a:r>
              <a:rPr lang="en-US" dirty="0"/>
              <a:t> </a:t>
            </a:r>
            <a:r>
              <a:rPr lang="en-US" dirty="0" err="1"/>
              <a:t>Proporz</a:t>
            </a:r>
            <a:r>
              <a:rPr lang="en-US" dirty="0"/>
              <a:t>. </a:t>
            </a:r>
          </a:p>
          <a:p>
            <a:endParaRPr lang="de-C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195128-4E06-9D7E-8FCC-F6E2A712EB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59FC98-AF75-4A00-A03C-DF9FEBF6BCB9}" type="slidenum">
              <a:rPr lang="de-CH" smtClean="0"/>
              <a:pPr/>
              <a:t>2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3127972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59B5D9-3CE0-4A19-8089-DD494A316B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 err="1"/>
              <a:t>Literature</a:t>
            </a:r>
            <a:r>
              <a:rPr lang="de-CH" dirty="0"/>
              <a:t> and Research Gap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80F38A-78EB-5B7C-BE11-03B8874309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8775" y="820058"/>
            <a:ext cx="8426450" cy="3659868"/>
          </a:xfrm>
        </p:spPr>
        <p:txBody>
          <a:bodyPr/>
          <a:lstStyle/>
          <a:p>
            <a:r>
              <a:rPr lang="en-US" sz="1600" b="1" dirty="0"/>
              <a:t>Literature</a:t>
            </a:r>
          </a:p>
          <a:p>
            <a:r>
              <a:rPr lang="de-DE" sz="1600" dirty="0" err="1"/>
              <a:t>Pukelsheim</a:t>
            </a:r>
            <a:r>
              <a:rPr lang="de-DE" sz="1600" dirty="0"/>
              <a:t> F., Schuhmacher C., (2004) </a:t>
            </a:r>
            <a:r>
              <a:rPr lang="de-DE" sz="1600" i="1" dirty="0"/>
              <a:t>Das neue Zürcher Zuteilungsverfahren für Parlamentswahlen</a:t>
            </a:r>
            <a:endParaRPr lang="de-DE" sz="1600" b="1" i="1" dirty="0"/>
          </a:p>
          <a:p>
            <a:r>
              <a:rPr lang="en-US" sz="1600" dirty="0" err="1"/>
              <a:t>Pukelsheim</a:t>
            </a:r>
            <a:r>
              <a:rPr lang="en-US" sz="1600" dirty="0"/>
              <a:t> F., (2017): </a:t>
            </a:r>
            <a:r>
              <a:rPr lang="en-US" sz="1600" i="1" dirty="0"/>
              <a:t>Proportional Representation: Apportionment Methods and Their Applications</a:t>
            </a:r>
            <a:endParaRPr lang="en-US" sz="1600" b="1" i="1" dirty="0"/>
          </a:p>
          <a:p>
            <a:r>
              <a:rPr lang="en-US" sz="1600" dirty="0"/>
              <a:t>Lago I., I Coma F., (2026) </a:t>
            </a:r>
            <a:r>
              <a:rPr lang="en-US" sz="1600" i="1" dirty="0"/>
              <a:t>The ‘odd–even effect’: The link between the number of parties and district magnitude</a:t>
            </a:r>
          </a:p>
          <a:p>
            <a:r>
              <a:rPr lang="en-US" sz="1600" dirty="0"/>
              <a:t>Lüscher S.,(2024) </a:t>
            </a:r>
            <a:r>
              <a:rPr lang="en-US" sz="1600" i="1" dirty="0"/>
              <a:t>Redeeming the Pledge of Electoral Equity? A Study of the Roads to and Effects of the </a:t>
            </a:r>
            <a:r>
              <a:rPr lang="en-US" sz="1600" i="1" dirty="0" err="1"/>
              <a:t>DivisorBased</a:t>
            </a:r>
            <a:r>
              <a:rPr lang="en-US" sz="1600" i="1" dirty="0"/>
              <a:t> </a:t>
            </a:r>
            <a:r>
              <a:rPr lang="en-US" sz="1600" i="1" dirty="0" err="1"/>
              <a:t>Biproportional</a:t>
            </a:r>
            <a:r>
              <a:rPr lang="en-US" sz="1600" i="1" dirty="0"/>
              <a:t> Apportionment Method in Switzerland</a:t>
            </a:r>
          </a:p>
          <a:p>
            <a:endParaRPr lang="en-US" sz="1600" b="1" i="1" dirty="0"/>
          </a:p>
          <a:p>
            <a:r>
              <a:rPr lang="en-US" sz="1600" b="1" dirty="0"/>
              <a:t>Research gap</a:t>
            </a:r>
            <a:endParaRPr lang="en-US" sz="1600" dirty="0"/>
          </a:p>
          <a:p>
            <a:r>
              <a:rPr lang="en-US" sz="1600" dirty="0"/>
              <a:t>Existing work is mostly legal, normative, or system-level. </a:t>
            </a:r>
          </a:p>
          <a:p>
            <a:r>
              <a:rPr lang="en-US" sz="1600" dirty="0"/>
              <a:t>We still lack a </a:t>
            </a:r>
            <a:r>
              <a:rPr lang="en-US" sz="1600" b="1" dirty="0"/>
              <a:t>standardized empirical measure</a:t>
            </a:r>
            <a:r>
              <a:rPr lang="en-US" sz="1600" dirty="0"/>
              <a:t> of the reform’s </a:t>
            </a:r>
            <a:r>
              <a:rPr lang="en-US" sz="1600" b="1" dirty="0"/>
              <a:t>mechanical seat effect</a:t>
            </a:r>
            <a:r>
              <a:rPr lang="en-US" sz="1600" dirty="0"/>
              <a:t> across cantons and elections. </a:t>
            </a:r>
          </a:p>
          <a:p>
            <a:r>
              <a:rPr lang="en-US" sz="1600" dirty="0"/>
              <a:t>My thesis measures the </a:t>
            </a:r>
            <a:r>
              <a:rPr lang="en-US" sz="1600" b="1" dirty="0"/>
              <a:t>net seat gain/loss</a:t>
            </a:r>
            <a:r>
              <a:rPr lang="en-US" sz="1600" dirty="0"/>
              <a:t> of smaller parties under DP versus a simulated HB counterfactual</a:t>
            </a:r>
            <a:r>
              <a:rPr lang="en-US" dirty="0"/>
              <a:t>. </a:t>
            </a:r>
          </a:p>
          <a:p>
            <a:endParaRPr lang="de-C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41BCA9-BD12-4C95-17B6-F85B37DF8D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59FC98-AF75-4A00-A03C-DF9FEBF6BCB9}" type="slidenum">
              <a:rPr lang="de-CH" smtClean="0"/>
              <a:pPr/>
              <a:t>3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8409882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B54832-F785-1607-75B7-6C97EBD4A5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Research Design &amp; Methods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D3FA27-3EC8-5F82-234B-B022DCC77D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8775" y="914400"/>
            <a:ext cx="8426450" cy="3565525"/>
          </a:xfrm>
        </p:spPr>
        <p:txBody>
          <a:bodyPr>
            <a:normAutofit lnSpcReduction="10000"/>
          </a:bodyPr>
          <a:lstStyle/>
          <a:p>
            <a:r>
              <a:rPr lang="en-US" b="1" dirty="0"/>
              <a:t>Sources</a:t>
            </a:r>
          </a:p>
          <a:p>
            <a:r>
              <a:rPr lang="en-US" dirty="0"/>
              <a:t>Cantonal Databases, the not publicly available I contacted throughout Mail</a:t>
            </a:r>
            <a:br>
              <a:rPr lang="en-US" dirty="0"/>
            </a:br>
            <a:r>
              <a:rPr lang="en-US" dirty="0"/>
              <a:t>This provides around 30 datasets from 8cantons</a:t>
            </a:r>
          </a:p>
          <a:p>
            <a:br>
              <a:rPr lang="en-US" b="1" dirty="0"/>
            </a:br>
            <a:r>
              <a:rPr lang="en-US" b="1" dirty="0"/>
              <a:t>Design</a:t>
            </a:r>
            <a:endParaRPr lang="en-US" dirty="0"/>
          </a:p>
          <a:p>
            <a:r>
              <a:rPr lang="en-US" dirty="0"/>
              <a:t>Start from the </a:t>
            </a:r>
            <a:r>
              <a:rPr lang="en-US" b="1" dirty="0"/>
              <a:t>actual seat allocation</a:t>
            </a:r>
            <a:r>
              <a:rPr lang="en-US" dirty="0"/>
              <a:t> under double </a:t>
            </a:r>
            <a:r>
              <a:rPr lang="en-US" dirty="0" err="1"/>
              <a:t>Pukelsheim</a:t>
            </a:r>
            <a:r>
              <a:rPr lang="en-US" dirty="0"/>
              <a:t>. </a:t>
            </a:r>
          </a:p>
          <a:p>
            <a:r>
              <a:rPr lang="en-US" dirty="0"/>
              <a:t>Reconstruct the </a:t>
            </a:r>
            <a:r>
              <a:rPr lang="en-US" b="1" dirty="0"/>
              <a:t>counterfactual seat allocation</a:t>
            </a:r>
            <a:r>
              <a:rPr lang="en-US" dirty="0"/>
              <a:t> under Hagenbach-Bischoff. </a:t>
            </a:r>
          </a:p>
          <a:p>
            <a:r>
              <a:rPr lang="en-US" dirty="0"/>
              <a:t>Compare both outcomes party by party. </a:t>
            </a:r>
          </a:p>
          <a:p>
            <a:endParaRPr lang="en-US" dirty="0"/>
          </a:p>
          <a:p>
            <a:r>
              <a:rPr lang="en-US" b="1" dirty="0"/>
              <a:t>Definition of “small party”</a:t>
            </a:r>
            <a:endParaRPr lang="en-US" dirty="0"/>
          </a:p>
          <a:p>
            <a:r>
              <a:rPr lang="en-US" dirty="0"/>
              <a:t>Party with at least </a:t>
            </a:r>
            <a:r>
              <a:rPr lang="en-US" b="1" dirty="0"/>
              <a:t>10% vote share</a:t>
            </a:r>
            <a:r>
              <a:rPr lang="en-US" dirty="0"/>
              <a:t> in the relevant unit </a:t>
            </a:r>
          </a:p>
          <a:p>
            <a:r>
              <a:rPr lang="en-US" dirty="0"/>
              <a:t>Swiss Supreme Court BGE 131 | 74, threshold barriers shouldn’t exceed 10%</a:t>
            </a:r>
          </a:p>
          <a:p>
            <a:r>
              <a:rPr lang="en-US" dirty="0"/>
              <a:t>Youth/special-interest lists assigned to mother party.</a:t>
            </a:r>
          </a:p>
          <a:p>
            <a:endParaRPr lang="en-US" dirty="0"/>
          </a:p>
          <a:p>
            <a:r>
              <a:rPr lang="en-US" b="1" dirty="0"/>
              <a:t>Plotting</a:t>
            </a:r>
          </a:p>
          <a:p>
            <a:r>
              <a:rPr lang="de-CH" dirty="0" err="1"/>
              <a:t>Each</a:t>
            </a:r>
            <a:r>
              <a:rPr lang="de-CH" dirty="0"/>
              <a:t> </a:t>
            </a:r>
            <a:r>
              <a:rPr lang="de-CH" dirty="0" err="1"/>
              <a:t>Election</a:t>
            </a:r>
            <a:r>
              <a:rPr lang="de-CH" dirty="0"/>
              <a:t>, </a:t>
            </a:r>
            <a:r>
              <a:rPr lang="de-CH" dirty="0" err="1"/>
              <a:t>gains</a:t>
            </a:r>
            <a:r>
              <a:rPr lang="de-CH" dirty="0"/>
              <a:t> </a:t>
            </a:r>
            <a:r>
              <a:rPr lang="de-CH" dirty="0" err="1"/>
              <a:t>or</a:t>
            </a:r>
            <a:r>
              <a:rPr lang="de-CH" dirty="0"/>
              <a:t> </a:t>
            </a:r>
            <a:r>
              <a:rPr lang="de-CH" dirty="0" err="1"/>
              <a:t>losses</a:t>
            </a:r>
            <a:r>
              <a:rPr lang="de-CH" dirty="0"/>
              <a:t> in Seats </a:t>
            </a:r>
            <a:r>
              <a:rPr lang="de-CH" dirty="0" err="1"/>
              <a:t>for</a:t>
            </a:r>
            <a:r>
              <a:rPr lang="de-CH" dirty="0"/>
              <a:t> </a:t>
            </a:r>
            <a:r>
              <a:rPr lang="de-CH" dirty="0" err="1"/>
              <a:t>each</a:t>
            </a:r>
            <a:r>
              <a:rPr lang="de-CH" dirty="0"/>
              <a:t> Party.</a:t>
            </a:r>
          </a:p>
          <a:p>
            <a:r>
              <a:rPr lang="de-CH" dirty="0"/>
              <a:t>Final Plot: </a:t>
            </a:r>
            <a:r>
              <a:rPr lang="de-CH" dirty="0" err="1"/>
              <a:t>combining</a:t>
            </a:r>
            <a:r>
              <a:rPr lang="de-CH" dirty="0"/>
              <a:t> all </a:t>
            </a:r>
            <a:r>
              <a:rPr lang="de-CH" dirty="0" err="1"/>
              <a:t>elections</a:t>
            </a:r>
            <a:r>
              <a:rPr lang="de-CH" dirty="0"/>
              <a:t> </a:t>
            </a:r>
            <a:r>
              <a:rPr lang="de-CH" dirty="0" err="1"/>
              <a:t>with</a:t>
            </a:r>
            <a:r>
              <a:rPr lang="de-CH" dirty="0"/>
              <a:t> </a:t>
            </a:r>
            <a:r>
              <a:rPr lang="de-CH" dirty="0" err="1"/>
              <a:t>two</a:t>
            </a:r>
            <a:r>
              <a:rPr lang="de-CH" dirty="0"/>
              <a:t> </a:t>
            </a:r>
            <a:r>
              <a:rPr lang="de-CH" dirty="0" err="1"/>
              <a:t>observations</a:t>
            </a:r>
            <a:r>
              <a:rPr lang="de-CH" dirty="0"/>
              <a:t> per </a:t>
            </a:r>
            <a:r>
              <a:rPr lang="de-CH" dirty="0" err="1"/>
              <a:t>election</a:t>
            </a:r>
            <a:r>
              <a:rPr lang="de-CH" dirty="0"/>
              <a:t> (</a:t>
            </a:r>
            <a:r>
              <a:rPr lang="de-CH" dirty="0" err="1"/>
              <a:t>small</a:t>
            </a:r>
            <a:r>
              <a:rPr lang="de-CH" dirty="0"/>
              <a:t> </a:t>
            </a:r>
            <a:r>
              <a:rPr lang="de-CH" dirty="0" err="1"/>
              <a:t>parties</a:t>
            </a:r>
            <a:r>
              <a:rPr lang="de-CH" dirty="0"/>
              <a:t> </a:t>
            </a:r>
            <a:r>
              <a:rPr lang="de-CH" dirty="0" err="1"/>
              <a:t>aggregated</a:t>
            </a:r>
            <a:r>
              <a:rPr lang="de-CH" dirty="0"/>
              <a:t>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91BFA6-40F0-2CA0-C6CF-0D0E24B942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59FC98-AF75-4A00-A03C-DF9FEBF6BCB9}" type="slidenum">
              <a:rPr lang="de-CH" smtClean="0"/>
              <a:pPr/>
              <a:t>4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4156334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08A4AC-6272-B0E2-FAFA-607B0B1C5B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Research Design &amp; Methods</a:t>
            </a:r>
            <a:endParaRPr lang="de-C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3BC8D7-880E-1A97-51CE-7E86026883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59FC98-AF75-4A00-A03C-DF9FEBF6BCB9}" type="slidenum">
              <a:rPr lang="de-CH" smtClean="0"/>
              <a:pPr/>
              <a:t>5</a:t>
            </a:fld>
            <a:endParaRPr lang="de-CH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0ECEB81-175D-7521-8EB3-17770F1E6D9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8925" y="1027346"/>
            <a:ext cx="4375811" cy="3088808"/>
          </a:xfrm>
          <a:prstGeom prst="rect">
            <a:avLst/>
          </a:prstGeom>
        </p:spPr>
      </p:pic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6C774E09-084B-3AEC-2834-9E2D6A3BA00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64736" y="1027346"/>
            <a:ext cx="4385035" cy="3203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26637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FCA7FB-66AE-3EEF-0E15-4A9EF96EB6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Challenges, Limits &amp; open </a:t>
            </a:r>
            <a:r>
              <a:rPr lang="de-DE" dirty="0" err="1"/>
              <a:t>questions</a:t>
            </a:r>
            <a:endParaRPr lang="de-C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0E37D9-141B-2D45-868B-10BBBF92E3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1600" b="1" dirty="0"/>
              <a:t>Potential challenges</a:t>
            </a:r>
            <a:endParaRPr lang="en-US" sz="1600" dirty="0"/>
          </a:p>
          <a:p>
            <a:r>
              <a:rPr lang="en-US" sz="1600" dirty="0"/>
              <a:t>Data quality differs across cantons and years. </a:t>
            </a:r>
          </a:p>
          <a:p>
            <a:r>
              <a:rPr lang="en-US" sz="1600" dirty="0"/>
              <a:t>Some results are only available in PDFs. </a:t>
            </a:r>
          </a:p>
          <a:p>
            <a:r>
              <a:rPr lang="en-US" sz="1600" dirty="0"/>
              <a:t>Reconstructing HB precisely from fragmented district data may be difficult. </a:t>
            </a:r>
          </a:p>
          <a:p>
            <a:r>
              <a:rPr lang="en-US" sz="1600" dirty="0"/>
              <a:t>HB isn’t implemented in all cantons equally e.g. Uri</a:t>
            </a:r>
          </a:p>
          <a:p>
            <a:endParaRPr lang="en-US" sz="1600" b="1" dirty="0"/>
          </a:p>
          <a:p>
            <a:r>
              <a:rPr lang="en-US" sz="1600" b="1" dirty="0"/>
              <a:t>Substantive caveat from the literature</a:t>
            </a:r>
            <a:endParaRPr lang="en-US" sz="1600" dirty="0"/>
          </a:p>
          <a:p>
            <a:r>
              <a:rPr lang="en-US" sz="1600" dirty="0"/>
              <a:t>DP may improve party proportionality, but can create tensions with territorial representation. </a:t>
            </a:r>
          </a:p>
          <a:p>
            <a:r>
              <a:rPr lang="en-US" sz="1600" dirty="0"/>
              <a:t>So more proportionality at canton level may come with district-level trade-offs. </a:t>
            </a:r>
          </a:p>
          <a:p>
            <a:endParaRPr lang="en-US" sz="1600" b="1" dirty="0"/>
          </a:p>
          <a:p>
            <a:r>
              <a:rPr lang="en-US" sz="1600" b="1" dirty="0"/>
              <a:t>Open questions for feedback</a:t>
            </a:r>
            <a:endParaRPr lang="en-US" sz="1600" dirty="0"/>
          </a:p>
          <a:p>
            <a:r>
              <a:rPr lang="en-US" sz="1600" dirty="0"/>
              <a:t>Is 10% the right threshold for “small party”? </a:t>
            </a:r>
          </a:p>
          <a:p>
            <a:r>
              <a:rPr lang="en-US" sz="1600" dirty="0"/>
              <a:t>Should effects be reported per party, per election, or as a share of all seats?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87DE5B-E8B6-A274-A13B-0481356DA7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59FC98-AF75-4A00-A03C-DF9FEBF6BCB9}" type="slidenum">
              <a:rPr lang="de-CH" smtClean="0"/>
              <a:pPr/>
              <a:t>6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7915900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B2AF2746-9CC9-608A-7DF5-394B949C83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 err="1"/>
              <a:t>Thanks</a:t>
            </a:r>
            <a:endParaRPr lang="de-CH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66C11712-0284-D7E2-4EFF-2DCBBE5B8D4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de-CH" dirty="0"/>
              <a:t>23-611-908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C87A24D-021F-A71F-198B-B83EE6A5CB4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de-CH" dirty="0"/>
              <a:t>Moritz Beyn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6F56B5-2B6D-EFB8-25AA-17FD367408E7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929688" y="4767263"/>
            <a:ext cx="214312" cy="274637"/>
          </a:xfrm>
        </p:spPr>
        <p:txBody>
          <a:bodyPr/>
          <a:lstStyle/>
          <a:p>
            <a:fld id="{7559FC98-AF75-4A00-A03C-DF9FEBF6BCB9}" type="slidenum">
              <a:rPr lang="de-CH" smtClean="0"/>
              <a:pPr/>
              <a:t>7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525322009"/>
      </p:ext>
    </p:extLst>
  </p:cSld>
  <p:clrMapOvr>
    <a:masterClrMapping/>
  </p:clrMapOvr>
</p:sld>
</file>

<file path=ppt/theme/theme1.xml><?xml version="1.0" encoding="utf-8"?>
<a:theme xmlns:a="http://schemas.openxmlformats.org/drawingml/2006/main" name="UNISG PPT">
  <a:themeElements>
    <a:clrScheme name="uni stgallen Colors">
      <a:dk1>
        <a:sysClr val="windowText" lastClr="000000"/>
      </a:dk1>
      <a:lt1>
        <a:sysClr val="window" lastClr="FFFFFF"/>
      </a:lt1>
      <a:dk2>
        <a:srgbClr val="0A5F2D"/>
      </a:dk2>
      <a:lt2>
        <a:srgbClr val="FFFFFF"/>
      </a:lt2>
      <a:accent1>
        <a:srgbClr val="00802F"/>
      </a:accent1>
      <a:accent2>
        <a:srgbClr val="E1D7C3"/>
      </a:accent2>
      <a:accent3>
        <a:srgbClr val="EB6969"/>
      </a:accent3>
      <a:accent4>
        <a:srgbClr val="73A5AF"/>
      </a:accent4>
      <a:accent5>
        <a:srgbClr val="FFF04B"/>
      </a:accent5>
      <a:accent6>
        <a:srgbClr val="0A5F2D"/>
      </a:accent6>
      <a:hlink>
        <a:srgbClr val="00802F"/>
      </a:hlink>
      <a:folHlink>
        <a:srgbClr val="0A5F2D"/>
      </a:folHlink>
    </a:clrScheme>
    <a:fontScheme name="uni stgallen Fonts">
      <a:majorFont>
        <a:latin typeface="Gill Sans Nova"/>
        <a:ea typeface=""/>
        <a:cs typeface=""/>
      </a:majorFont>
      <a:minorFont>
        <a:latin typeface="Gill Sans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uni_stgallen_master_01.potx" id="{30835CC8-2B5A-4E70-B341-DDAB901ED00B}" vid="{29D780FA-9373-4C8E-8A10-29358CDEA5B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_rels/item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5.xml"/></Relationships>
</file>

<file path=customXml/_rels/item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6.xml"/></Relationships>
</file>

<file path=customXml/_rels/item7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7.xml"/></Relationships>
</file>

<file path=customXml/_rels/item8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8.xml"/></Relationships>
</file>

<file path=customXml/_rels/item9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9.xml"/></Relationships>
</file>

<file path=customXml/item1.xml><?xml version="1.0" encoding="utf-8"?>
<TemplafyFormConfiguration><![CDATA[{"formFields":[{"required":true,"shareValue":false,"type":"datePicker","name":"Date","label":"Datum"},{"required":false,"placeholder":"","lines":1,"shareValue":false,"type":"textBox","name":"Footer","label":"Fusszeile"},{"defaultValue":{"fixedValue":true},"shareValue":false,"type":"checkBox","name":"FooterLogo","label":"mit Logo in der Fusszeile"}],"formDataEntries":[{"name":"Date","value":"Y5Yz/bQYq2f4XxkiW9tl3w=="},{"name":"FooterLogo","value":"iTzqZGj1P6MRGUQq8ahlhA=="}]}]]></TemplafyFormConfiguration>
</file>

<file path=customXml/item2.xml><?xml version="1.0" encoding="utf-8"?>
<TemplafySlideTemplateConfiguration><![CDATA[{"slideVersion":1,"isValidatorEnabled":false,"isLocked":false,"elementsMetadata":[{"type":"shape","elementConfiguration":{"width":"{{UserProfile.Department.REFDepartmentLogo.WidthPNGPPT}}","height":"{{UserProfile.Department.REFDepartmentLogo.HeightPNGPPT}}","image":"{{UserProfile.Department.REFDepartmentLogo.ImagePNG}}","disableUpdates":false,"type":"image"}}],"slideId":"637750113834106457","enableDocumentContentUpdater":true,"version":"2.0"}]]></TemplafySlideTemplateConfiguration>
</file>

<file path=customXml/item3.xml><?xml version="1.0" encoding="utf-8"?>
<TemplafyTemplateConfiguration><![CDATA[{"elementsMetadata":[{"type":"shape","id":"d2e46a83-d883-46c6-8248-88bded2d57a6","elementConfiguration":{"binding":"{{FormatDateTime(Form.Date,Translate(\"DateFormat\"),DocumentLanguage)}}","disableUpdates":false,"type":"text"}},{"type":"shape","id":"e3bedeca-eba2-4a84-9990-56101ef3cee9","elementConfiguration":{"width":"{{UserProfile.Department.REFDepartmentLogo.WidthPNGPPTFooter}}","height":"{{UserProfile.Department.REFDepartmentLogo.HeightPNGPPTFooter}}","image":"{{UserProfile.Department.REFDepartmentLogo.ImagePNG}}","visibility":"{{IfElse(Form.FooterLogo, VisibilityType.Visible,VisibilityType.Hidden)}}","disableUpdates":false,"type":"image"}},{"type":"shape","id":"4837f63c-0db4-4fa9-bc7b-3594baaef131","elementConfiguration":{"binding":"{{Form.Footer}}","disableUpdates":false,"type":"text"}},{"type":"shape","id":"feecb5d8-c1f3-4329-b9c1-1de882865d5b","elementConfiguration":{"binding":"{{UserProfile.Department.DepartmentName}}","visibility":"{{IfElse(Form.FooterLogo, VisibilityType.Hidden,VisibilityType.Visible)}}","disableUpdates":false,"type":"text"}},{"type":"shape","id":"7362b5df-2182-4b2b-8e18-d1b13c8294c4","elementConfiguration":{"width":"{{UserProfile.Department.REFDepartmentLogo.WidthPNGPPT}}","height":"{{UserProfile.Department.REFDepartmentLogo.HeightPNGPPT}}","image":"{{UserProfile.Department.REFDepartmentLogo.ImagePNG}}","disableUpdates":false,"type":"image"}},{"type":"shape","id":"c4d6bc57-dd26-413d-bdbf-cde7be3ae1ae","elementConfiguration":{"binding":"{{UserProfile.Department.DepartmentName}} \n{{UserProfile.Department.DepartmentStreet}} {{UserProfile.Department.DepartmentStreetNumber}} \n{{UserProfile.Department.DepartmentPOBox}} {{UserProfile.Department.DepartmentCity}} \n{{UserProfile.Department.DepartmentCountry}} \n{{UserProfile.Department.DepartmentWebsite}}","disableUpdates":false,"type":"text"}},{"type":"shape","id":"19515ead-c28a-4815-a65a-d179492de843","elementConfiguration":{"width":"{{UserProfile.Department.REFDepartmentLogo.WidthPNGPPT}}","height":"{{UserProfile.Department.REFDepartmentLogo.HeightPNGPPT}}","image":"{{UserProfile.Department.REFDepartmentLogo.ImagePNG}}","disableUpdates":false,"type":"image"}},{"type":"shape","id":"41f05bbc-21e1-4783-9b6f-b01cb9f36fed","elementConfiguration":{"binding":"{{FormatDateTime(Form.Date,Translate(\"DateFormat\"),DocumentLanguage)}}","disableUpdates":false,"type":"text"}},{"type":"shape","id":"0f923ebf-ecac-4c3b-9eee-f589d83bdab6","elementConfiguration":{"width":"{{UserProfile.Department.REFDepartmentLogo.WidthPNGPPTFooter}}","height":"{{UserProfile.Department.REFDepartmentLogo.HeightPNGPPTFooter}}","image":"{{UserProfile.Department.REFDepartmentLogo.ImagePNG}}","visibility":"{{IfElse(Form.FooterLogo, VisibilityType.Visible,VisibilityType.Hidden)}}","disableUpdates":false,"type":"image"}},{"type":"shape","id":"5b06311a-71f3-44fa-a67a-e32ae7c41729","elementConfiguration":{"binding":"{{Form.Footer}}","disableUpdates":false,"type":"text"}},{"type":"shape","id":"0413ad6c-3c44-44f0-ad2b-154fcc172b88","elementConfiguration":{"binding":"{{UserProfile.Department.DepartmentName}}","visibility":"{{IfElse(Form.FooterLogo, VisibilityType.Hidden,VisibilityType.Visible)}}","disableUpdates":false,"type":"text"}},{"type":"shape","id":"09efe3d5-eb3d-4500-b6c1-2bf729e25f82","elementConfiguration":{"width":"{{UserProfile.Department.REFDepartmentLogo.WidthPNGPPT}}","height":"{{UserProfile.Department.REFDepartmentLogo.HeightPNGPPT}}","image":"{{UserProfile.Department.REFDepartmentLogo.ImagePNG}}","disableUpdates":false,"type":"image"}},{"type":"shape","id":"bd6aa52f-a13a-4cbd-9a7d-7d7eff3fc136","elementConfiguration":{"binding":"{{FormatDateTime(Form.Date,Translate(\"DateFormat\"),DocumentLanguage)}}","disableUpdates":false,"type":"text"}},{"type":"shape","id":"d628f1a3-76af-4449-b6e7-e9625273ecee","elementConfiguration":{"width":"{{UserProfile.Department.REFDepartmentLogo.WidthPNGPPT}}","height":"{{UserProfile.Department.REFDepartmentLogo.HeightPNGPPT}}","image":"{{UserProfile.Department.REFDepartmentLogo.ImagePNG}}","disableUpdates":false,"type":"image"}},{"type":"shape","id":"445dd559-ee52-4392-a1f0-cb27e24984b1","elementConfiguration":{"binding":"{{FormatDateTime(Form.Date,Translate(\"DateFormat\"),DocumentLanguage)}}","disableUpdates":false,"type":"text"}},{"type":"shape","id":"fb3a5038-76ce-4bad-916b-61d307d58f31","elementConfiguration":{"width":"{{UserProfile.Department.REFDepartmentLogo.WidthPNGPPTFooter}}","height":"{{UserProfile.Department.REFDepartmentLogo.HeightPNGPPTFooter}}","image":"{{UserProfile.Department.REFDepartmentLogo.ImagePNG}}","visibility":"{{IfElse(Form.FooterLogo, VisibilityType.Visible,VisibilityType.Hidden)}}","disableUpdates":false,"type":"image"}},{"type":"shape","id":"0b719ce3-7ff9-4812-a1c5-15a016b23dc8","elementConfiguration":{"binding":"{{Form.Footer}}","disableUpdates":false,"type":"text"}},{"type":"shape","id":"758b5a03-f70c-4c46-8805-41d1f6cb57ac","elementConfiguration":{"binding":"{{UserProfile.Department.DepartmentName}}","visibility":"{{IfElse(Form.FooterLogo, VisibilityType.Hidden,VisibilityType.Visible)}}","disableUpdates":false,"type":"text"}},{"type":"shape","id":"534e37f8-6ce5-4e83-83f7-139c4edb33b6","elementConfiguration":{"binding":"{{FormatDateTime(Form.Date,Translate(\"DateFormat\"),DocumentLanguage)}}","disableUpdates":false,"type":"text"}},{"type":"shape","id":"2d7582b5-0f6e-40c5-9616-4fb5a1f4074f","elementConfiguration":{"width":"{{UserProfile.Department.REFDepartmentLogo.WidthPNGPPTFooter}}","height":"{{UserProfile.Department.REFDepartmentLogo.HeightPNGPPTFooter}}","image":"{{UserProfile.Department.REFDepartmentLogo.ImagePNG}}","visibility":"{{IfElse(Form.FooterLogo, VisibilityType.Visible,VisibilityType.Hidden)}}","disableUpdates":false,"type":"image"}},{"type":"shape","id":"2c87faea-1a64-437a-bb7d-a71406fd4235","elementConfiguration":{"binding":"{{Form.Footer}}","disableUpdates":false,"type":"text"}},{"type":"shape","id":"cd7f4376-dfc2-434e-bc16-7ac8af2f7f41","elementConfiguration":{"binding":"{{UserProfile.Department.DepartmentName}}","visibility":"{{IfElse(Form.FooterLogo, VisibilityType.Hidden,VisibilityType.Visible)}}","disableUpdates":false,"type":"text"}},{"type":"shape","id":"c2696ea5-12d5-4400-ae44-434a113d23aa","elementConfiguration":{"binding":"{{FormatDateTime(Form.Date,Translate(\"DateFormat\"),DocumentLanguage)}}","disableUpdates":false,"type":"text"}},{"type":"shape","id":"0149e8eb-44ef-41ca-8dd5-dbfc5cc163ce","elementConfiguration":{"binding":"{{FormatDateTime(Form.Date,Translate(\"DateFormat\"),DocumentLanguage)}}","disableUpdates":false,"type":"text"}},{"type":"shape","id":"53bf07fa-8816-4ee3-befc-695b0a7137d8","elementConfiguration":{"binding":"{{Form.Footer}}","disableUpdates":false,"type":"text"}},{"type":"shape","id":"0a928257-12dc-4a17-9157-4e46e92e3a36","elementConfiguration":{"width":"{{UserProfile.Department.REFDepartmentLogo.WidthPNGPPTFooter}}","height":"{{UserProfile.Department.REFDepartmentLogo.HeightPNGPPTFooter}}","image":"{{UserProfile.Department.REFDepartmentLogo.ImagePNG}}","visibility":"{{IfElse(Form.FooterLogo, VisibilityType.Visible,VisibilityType.Hidden)}}","disableUpdates":false,"type":"image"}},{"type":"shape","id":"d0dd0247-bfa1-4889-82c6-0953b2c69054","elementConfiguration":{"binding":"{{UserProfile.Department.DepartmentName}}","visibility":"{{IfElse(Form.FooterLogo, VisibilityType.Hidden,VisibilityType.Visible)}}","disableUpdates":false,"type":"text"}},{"type":"shape","id":"a3ae8311-d734-423a-84f9-bcd2c0941847","elementConfiguration":{"binding":"{{FormatDateTime(Form.Date,Translate(\"DateFormat\"),DocumentLanguage)}}","disableUpdates":false,"type":"text"}},{"type":"shape","id":"7a436c19-af92-4287-aded-6d3e77d02c04","elementConfiguration":{"width":"{{UserProfile.Department.REFDepartmentLogo.WidthPNGPPTFooter}}","height":"{{UserProfile.Department.REFDepartmentLogo.HeightPNGPPTFooter}}","image":"{{UserProfile.Department.REFDepartmentLogo.ImagePNG}}","visibility":"{{IfElse(Form.FooterLogo, VisibilityType.Visible,VisibilityType.Hidden)}}","disableUpdates":false,"type":"image"}},{"type":"shape","id":"b19d27ff-9ea5-4779-b743-414fcc9ad840","elementConfiguration":{"binding":"{{Form.Footer}}","disableUpdates":false,"type":"text"}},{"type":"shape","id":"bd11cdc7-dd72-4c4a-8b4f-a283d597c128","elementConfiguration":{"binding":"{{UserProfile.Department.DepartmentName}}","visibility":"{{IfElse(Form.FooterLogo, VisibilityType.Hidden,VisibilityType.Visible)}}","disableUpdates":false,"type":"text"}}],"transformationConfigurations":[{"language":"{{UserProfile.DocumentLanguage.Language}}","disableUpdates":false,"type":"proofingLanguage"},{"propertyName":"creator","propertyValue":"{{UserProfile.FirstName}} {{UserProfile.LastName}}","disableUpdates":false,"type":"documentProperty"}],"templateName":"UNISG Präsentation","templateDescription":"","enableDocumentContentUpdater":true,"version":"2.0"}]]></TemplafyTemplateConfiguration>
</file>

<file path=customXml/item4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34C2EED3AEDAB24AB48AF05A7A255DF4" ma:contentTypeVersion="13" ma:contentTypeDescription="Ein neues Dokument erstellen." ma:contentTypeScope="" ma:versionID="a6aaadb894dac19c584affee4fc993d6">
  <xsd:schema xmlns:xsd="http://www.w3.org/2001/XMLSchema" xmlns:xs="http://www.w3.org/2001/XMLSchema" xmlns:p="http://schemas.microsoft.com/office/2006/metadata/properties" xmlns:ns2="07c8a24f-8b40-44ca-950f-ae5db2c4fa23" xmlns:ns3="71d337dc-809a-4269-a690-d6cd31b4acd0" targetNamespace="http://schemas.microsoft.com/office/2006/metadata/properties" ma:root="true" ma:fieldsID="7db4ada0fc4504d1e5da7df171168cfe" ns2:_="" ns3:_="">
    <xsd:import namespace="07c8a24f-8b40-44ca-950f-ae5db2c4fa23"/>
    <xsd:import namespace="71d337dc-809a-4269-a690-d6cd31b4acd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DateTaken" minOccurs="0"/>
                <xsd:element ref="ns2:MediaServiceLocation" minOccurs="0"/>
                <xsd:element ref="ns3:SharedWithUsers" minOccurs="0"/>
                <xsd:element ref="ns3:SharedWithDetails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7c8a24f-8b40-44ca-950f-ae5db2c4fa2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MediaServiceAutoTags" ma:internalName="MediaServiceAutoTags" ma:readOnly="true">
      <xsd:simpleType>
        <xsd:restriction base="dms:Text"/>
      </xsd:simpleType>
    </xsd:element>
    <xsd:element name="MediaServiceOCR" ma:index="11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3" nillable="true" ma:displayName="MediaServiceLocation" ma:internalName="MediaServiceLocation" ma:readOnly="true">
      <xsd:simpleType>
        <xsd:restriction base="dms:Text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8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9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d337dc-809a-4269-a690-d6cd31b4acd0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Freigegeben für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Freigegeben für -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5.xml><?xml version="1.0" encoding="utf-8"?>
<TemplafySlideFormConfiguration><![CDATA[{"formFields":[],"formDataEntries":[]}]]></TemplafySlideFormConfiguration>
</file>

<file path=customXml/item6.xml><?xml version="1.0" encoding="utf-8"?>
<TemplafySlideFormConfiguration><![CDATA[{"formFields":[],"formDataEntries":[]}]]></TemplafySlideFormConfiguration>
</file>

<file path=customXml/item7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8.xml><?xml version="1.0" encoding="utf-8"?>
<TemplafySlideTemplateConfiguration><![CDATA[{"slideVersion":1,"isValidatorEnabled":false,"isLocked":false,"elementsMetadata":[{"type":"shape","elementConfiguration":{"width":"{{UserProfile.Department.REFDepartmentLogo.WidthPNGPPT}}","height":"{{UserProfile.Department.REFDepartmentLogo.HeightPNGPPT}}","image":"{{UserProfile.Department.REFDepartmentLogo.ImagePNG}}","disableUpdates":false,"type":"image"}}],"slideId":"637750113834106457","enableDocumentContentUpdater":true,"version":"2.0"}]]></TemplafySlideTemplateConfiguration>
</file>

<file path=customXml/item9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9BA6235D-7E1A-4B9C-ADE5-24E162A87D03}">
  <ds:schemaRefs/>
</ds:datastoreItem>
</file>

<file path=customXml/itemProps2.xml><?xml version="1.0" encoding="utf-8"?>
<ds:datastoreItem xmlns:ds="http://schemas.openxmlformats.org/officeDocument/2006/customXml" ds:itemID="{EF512A75-4B18-4190-B37E-DEB13D66BD56}">
  <ds:schemaRefs/>
</ds:datastoreItem>
</file>

<file path=customXml/itemProps3.xml><?xml version="1.0" encoding="utf-8"?>
<ds:datastoreItem xmlns:ds="http://schemas.openxmlformats.org/officeDocument/2006/customXml" ds:itemID="{DD23DDCC-ABAF-42D1-9CB2-07E72D883C32}">
  <ds:schemaRefs/>
</ds:datastoreItem>
</file>

<file path=customXml/itemProps4.xml><?xml version="1.0" encoding="utf-8"?>
<ds:datastoreItem xmlns:ds="http://schemas.openxmlformats.org/officeDocument/2006/customXml" ds:itemID="{97E15B18-A30F-4D71-A1B5-E70B04E7AA69}">
  <ds:schemaRefs>
    <ds:schemaRef ds:uri="07c8a24f-8b40-44ca-950f-ae5db2c4fa23"/>
    <ds:schemaRef ds:uri="71d337dc-809a-4269-a690-d6cd31b4acd0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0/xmlns/"/>
    <ds:schemaRef ds:uri="http://www.w3.org/2001/XMLSchema"/>
  </ds:schemaRefs>
</ds:datastoreItem>
</file>

<file path=customXml/itemProps5.xml><?xml version="1.0" encoding="utf-8"?>
<ds:datastoreItem xmlns:ds="http://schemas.openxmlformats.org/officeDocument/2006/customXml" ds:itemID="{A1DE4887-2FA9-49BA-B8BF-E79FB8D56958}">
  <ds:schemaRefs/>
</ds:datastoreItem>
</file>

<file path=customXml/itemProps6.xml><?xml version="1.0" encoding="utf-8"?>
<ds:datastoreItem xmlns:ds="http://schemas.openxmlformats.org/officeDocument/2006/customXml" ds:itemID="{B2AD1E47-E068-4DC9-B899-6D5AD12D00FA}">
  <ds:schemaRefs/>
</ds:datastoreItem>
</file>

<file path=customXml/itemProps7.xml><?xml version="1.0" encoding="utf-8"?>
<ds:datastoreItem xmlns:ds="http://schemas.openxmlformats.org/officeDocument/2006/customXml" ds:itemID="{6567BD5C-CC0C-4648-BED2-6CE28F06E5A9}">
  <ds:schemaRefs>
    <ds:schemaRef ds:uri="http://purl.org/dc/terms/"/>
    <ds:schemaRef ds:uri="http://schemas.microsoft.com/office/infopath/2007/PartnerControls"/>
    <ds:schemaRef ds:uri="http://www.w3.org/XML/1998/namespace"/>
    <ds:schemaRef ds:uri="http://schemas.microsoft.com/office/2006/metadata/properties"/>
    <ds:schemaRef ds:uri="http://purl.org/dc/dcmitype/"/>
    <ds:schemaRef ds:uri="07c8a24f-8b40-44ca-950f-ae5db2c4fa23"/>
    <ds:schemaRef ds:uri="http://schemas.microsoft.com/office/2006/documentManagement/types"/>
    <ds:schemaRef ds:uri="http://purl.org/dc/elements/1.1/"/>
    <ds:schemaRef ds:uri="http://schemas.openxmlformats.org/package/2006/metadata/core-properties"/>
    <ds:schemaRef ds:uri="71d337dc-809a-4269-a690-d6cd31b4acd0"/>
  </ds:schemaRefs>
</ds:datastoreItem>
</file>

<file path=customXml/itemProps8.xml><?xml version="1.0" encoding="utf-8"?>
<ds:datastoreItem xmlns:ds="http://schemas.openxmlformats.org/officeDocument/2006/customXml" ds:itemID="{45B06F8E-AA4D-4F38-9B8B-099300ECC694}">
  <ds:schemaRefs/>
</ds:datastoreItem>
</file>

<file path=customXml/itemProps9.xml><?xml version="1.0" encoding="utf-8"?>
<ds:datastoreItem xmlns:ds="http://schemas.openxmlformats.org/officeDocument/2006/customXml" ds:itemID="{ED2A37DE-9640-4BAD-87EB-02349D3561C8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a7262e59-1b56-4f5a-a412-6f07181f48ee}" enabled="0" method="" siteId="{a7262e59-1b56-4f5a-a412-6f07181f48ee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uni_stgallen_master_01</Template>
  <TotalTime>0</TotalTime>
  <Words>547</Words>
  <Application>Microsoft Office PowerPoint</Application>
  <PresentationFormat>On-screen Show (16:9)</PresentationFormat>
  <Paragraphs>69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Arial</vt:lpstr>
      <vt:lpstr>Calibri</vt:lpstr>
      <vt:lpstr>Gill Alt One MT Light</vt:lpstr>
      <vt:lpstr>Gill Sans Nova</vt:lpstr>
      <vt:lpstr>Gill Sans Nova Light</vt:lpstr>
      <vt:lpstr>UNISG PPT</vt:lpstr>
      <vt:lpstr>20 Years of Double Pukelsheim in Switzerland</vt:lpstr>
      <vt:lpstr>Field of Research</vt:lpstr>
      <vt:lpstr>Literature and Research Gap</vt:lpstr>
      <vt:lpstr>Research Design &amp; Methods</vt:lpstr>
      <vt:lpstr>Research Design &amp; Methods</vt:lpstr>
      <vt:lpstr>Challenges, Limits &amp; open questions</vt:lpstr>
      <vt:lpstr>Thanks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Die neue Marke quis resequi officae cus</dc:title>
  <dc:creator>Jelena Miletić</dc:creator>
  <cp:lastModifiedBy>Beyn, JanMoritz</cp:lastModifiedBy>
  <cp:revision>26</cp:revision>
  <dcterms:created xsi:type="dcterms:W3CDTF">2022-03-24T15:31:22Z</dcterms:created>
  <dcterms:modified xsi:type="dcterms:W3CDTF">2026-05-08T06:54:06Z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0x01010034C2EED3AEDAB24AB48AF05A7A255DF4</vt:lpwstr>
  </property>
  <property fmtid="{D5CDD505-2E9C-101B-9397-08002B2CF9AE}" pid="3" name="TemplafyTimeStamp">
    <vt:lpwstr>2021-12-22T16:09:23</vt:lpwstr>
  </property>
  <property fmtid="{D5CDD505-2E9C-101B-9397-08002B2CF9AE}" pid="4" name="TemplafyTenantId">
    <vt:lpwstr>unisg</vt:lpwstr>
  </property>
  <property fmtid="{D5CDD505-2E9C-101B-9397-08002B2CF9AE}" pid="5" name="TemplafyTemplateId">
    <vt:lpwstr>637700762909751978</vt:lpwstr>
  </property>
  <property fmtid="{D5CDD505-2E9C-101B-9397-08002B2CF9AE}" pid="6" name="TemplafyUserProfileId">
    <vt:lpwstr>637720772826580425</vt:lpwstr>
  </property>
  <property fmtid="{D5CDD505-2E9C-101B-9397-08002B2CF9AE}" pid="7" name="TemplafyLanguageCode">
    <vt:lpwstr>de-CH</vt:lpwstr>
  </property>
  <property fmtid="{D5CDD505-2E9C-101B-9397-08002B2CF9AE}" pid="8" name="TemplafyFromBlank">
    <vt:bool>false</vt:bool>
  </property>
</Properties>
</file>